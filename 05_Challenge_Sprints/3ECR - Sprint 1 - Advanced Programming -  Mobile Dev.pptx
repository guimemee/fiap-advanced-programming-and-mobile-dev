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ink/ink1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5" r:id="rId1"/>
  </p:sldMasterIdLst>
  <p:notesMasterIdLst>
    <p:notesMasterId r:id="rId10"/>
  </p:notesMasterIdLst>
  <p:sldIdLst>
    <p:sldId id="256" r:id="rId2"/>
    <p:sldId id="282" r:id="rId3"/>
    <p:sldId id="281" r:id="rId4"/>
    <p:sldId id="280" r:id="rId5"/>
    <p:sldId id="286" r:id="rId6"/>
    <p:sldId id="285" r:id="rId7"/>
    <p:sldId id="283" r:id="rId8"/>
    <p:sldId id="287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7C0C36D-A57A-4BDB-8176-047B9E512AC2}" v="1052" dt="2024-05-19T00:36:19.72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35" autoAdjust="0"/>
    <p:restoredTop sz="94688" autoAdjust="0"/>
  </p:normalViewPr>
  <p:slideViewPr>
    <p:cSldViewPr snapToGrid="0">
      <p:cViewPr varScale="1">
        <p:scale>
          <a:sx n="146" d="100"/>
          <a:sy n="146" d="100"/>
        </p:scale>
        <p:origin x="132" y="22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ilherme Macario" userId="f7d209c4a899cfcf" providerId="LiveId" clId="{E7C0C36D-A57A-4BDB-8176-047B9E512AC2}"/>
    <pc:docChg chg="undo custSel addSld delSld modSld sldOrd">
      <pc:chgData name="Guilherme Macario" userId="f7d209c4a899cfcf" providerId="LiveId" clId="{E7C0C36D-A57A-4BDB-8176-047B9E512AC2}" dt="2024-05-19T00:38:13.606" v="2372" actId="20577"/>
      <pc:docMkLst>
        <pc:docMk/>
      </pc:docMkLst>
      <pc:sldChg chg="addSp delSp modSp mod ord modClrScheme chgLayout">
        <pc:chgData name="Guilherme Macario" userId="f7d209c4a899cfcf" providerId="LiveId" clId="{E7C0C36D-A57A-4BDB-8176-047B9E512AC2}" dt="2024-05-18T23:42:38.524" v="1574" actId="20577"/>
        <pc:sldMkLst>
          <pc:docMk/>
          <pc:sldMk cId="1534870714" sldId="280"/>
        </pc:sldMkLst>
        <pc:spChg chg="add del mod">
          <ac:chgData name="Guilherme Macario" userId="f7d209c4a899cfcf" providerId="LiveId" clId="{E7C0C36D-A57A-4BDB-8176-047B9E512AC2}" dt="2024-05-18T23:14:03.798" v="1076"/>
          <ac:spMkLst>
            <pc:docMk/>
            <pc:sldMk cId="1534870714" sldId="280"/>
            <ac:spMk id="51" creationId="{80E7BD36-8FE3-136B-7815-4F1FF64F5EB5}"/>
          </ac:spMkLst>
        </pc:spChg>
        <pc:spChg chg="add del mod ord">
          <ac:chgData name="Guilherme Macario" userId="f7d209c4a899cfcf" providerId="LiveId" clId="{E7C0C36D-A57A-4BDB-8176-047B9E512AC2}" dt="2024-05-18T23:41:43.302" v="1528" actId="478"/>
          <ac:spMkLst>
            <pc:docMk/>
            <pc:sldMk cId="1534870714" sldId="280"/>
            <ac:spMk id="52" creationId="{0F4B4A09-6551-9711-ABEE-BB5C0B98A8BE}"/>
          </ac:spMkLst>
        </pc:spChg>
        <pc:spChg chg="add del mod ord">
          <ac:chgData name="Guilherme Macario" userId="f7d209c4a899cfcf" providerId="LiveId" clId="{E7C0C36D-A57A-4BDB-8176-047B9E512AC2}" dt="2024-05-18T23:14:17.474" v="1078" actId="478"/>
          <ac:spMkLst>
            <pc:docMk/>
            <pc:sldMk cId="1534870714" sldId="280"/>
            <ac:spMk id="53" creationId="{E0ED05F1-D379-F0AD-79EA-045BDBAB028F}"/>
          </ac:spMkLst>
        </pc:spChg>
        <pc:spChg chg="add del mod ord">
          <ac:chgData name="Guilherme Macario" userId="f7d209c4a899cfcf" providerId="LiveId" clId="{E7C0C36D-A57A-4BDB-8176-047B9E512AC2}" dt="2024-05-18T23:19:48.543" v="1268" actId="478"/>
          <ac:spMkLst>
            <pc:docMk/>
            <pc:sldMk cId="1534870714" sldId="280"/>
            <ac:spMk id="54" creationId="{C9F5F073-C08A-BD43-2697-71258BA705F5}"/>
          </ac:spMkLst>
        </pc:spChg>
        <pc:spChg chg="add del mod">
          <ac:chgData name="Guilherme Macario" userId="f7d209c4a899cfcf" providerId="LiveId" clId="{E7C0C36D-A57A-4BDB-8176-047B9E512AC2}" dt="2024-05-18T23:15:42.640" v="1151" actId="11529"/>
          <ac:spMkLst>
            <pc:docMk/>
            <pc:sldMk cId="1534870714" sldId="280"/>
            <ac:spMk id="55" creationId="{26E6D3B1-7F53-FB8F-E261-7DDE9F20F560}"/>
          </ac:spMkLst>
        </pc:spChg>
        <pc:spChg chg="add mod">
          <ac:chgData name="Guilherme Macario" userId="f7d209c4a899cfcf" providerId="LiveId" clId="{E7C0C36D-A57A-4BDB-8176-047B9E512AC2}" dt="2024-05-18T23:19:36.627" v="1265" actId="1076"/>
          <ac:spMkLst>
            <pc:docMk/>
            <pc:sldMk cId="1534870714" sldId="280"/>
            <ac:spMk id="56" creationId="{E1BA3045-F276-DD77-208C-5BF5EDC2CAFB}"/>
          </ac:spMkLst>
        </pc:spChg>
        <pc:spChg chg="add del mod">
          <ac:chgData name="Guilherme Macario" userId="f7d209c4a899cfcf" providerId="LiveId" clId="{E7C0C36D-A57A-4BDB-8176-047B9E512AC2}" dt="2024-05-18T23:19:44.027" v="1267" actId="1076"/>
          <ac:spMkLst>
            <pc:docMk/>
            <pc:sldMk cId="1534870714" sldId="280"/>
            <ac:spMk id="57" creationId="{8AB92244-078B-41C8-DA2B-57B296D0DA8F}"/>
          </ac:spMkLst>
        </pc:spChg>
        <pc:spChg chg="add del mod ord">
          <ac:chgData name="Guilherme Macario" userId="f7d209c4a899cfcf" providerId="LiveId" clId="{E7C0C36D-A57A-4BDB-8176-047B9E512AC2}" dt="2024-05-18T23:20:24.154" v="1275" actId="700"/>
          <ac:spMkLst>
            <pc:docMk/>
            <pc:sldMk cId="1534870714" sldId="280"/>
            <ac:spMk id="58" creationId="{012DDEC0-1663-96DD-2FCF-C708E4711BAE}"/>
          </ac:spMkLst>
        </pc:spChg>
        <pc:spChg chg="add del mod ord">
          <ac:chgData name="Guilherme Macario" userId="f7d209c4a899cfcf" providerId="LiveId" clId="{E7C0C36D-A57A-4BDB-8176-047B9E512AC2}" dt="2024-05-18T23:20:24.154" v="1275" actId="700"/>
          <ac:spMkLst>
            <pc:docMk/>
            <pc:sldMk cId="1534870714" sldId="280"/>
            <ac:spMk id="59" creationId="{70BFE091-4BC4-F150-3815-A45552B09BD0}"/>
          </ac:spMkLst>
        </pc:spChg>
        <pc:spChg chg="add del mod">
          <ac:chgData name="Guilherme Macario" userId="f7d209c4a899cfcf" providerId="LiveId" clId="{E7C0C36D-A57A-4BDB-8176-047B9E512AC2}" dt="2024-05-18T23:20:31.752" v="1277" actId="6264"/>
          <ac:spMkLst>
            <pc:docMk/>
            <pc:sldMk cId="1534870714" sldId="280"/>
            <ac:spMk id="60" creationId="{5F2EF329-BFD7-8FA1-DBBD-09A1E6FAC7A0}"/>
          </ac:spMkLst>
        </pc:spChg>
        <pc:spChg chg="add del mod ord">
          <ac:chgData name="Guilherme Macario" userId="f7d209c4a899cfcf" providerId="LiveId" clId="{E7C0C36D-A57A-4BDB-8176-047B9E512AC2}" dt="2024-05-18T23:20:31.752" v="1277" actId="6264"/>
          <ac:spMkLst>
            <pc:docMk/>
            <pc:sldMk cId="1534870714" sldId="280"/>
            <ac:spMk id="61" creationId="{09727AC9-0A33-C925-CD25-54A76A809525}"/>
          </ac:spMkLst>
        </pc:spChg>
        <pc:spChg chg="add del mod ord">
          <ac:chgData name="Guilherme Macario" userId="f7d209c4a899cfcf" providerId="LiveId" clId="{E7C0C36D-A57A-4BDB-8176-047B9E512AC2}" dt="2024-05-18T23:20:31.752" v="1277" actId="6264"/>
          <ac:spMkLst>
            <pc:docMk/>
            <pc:sldMk cId="1534870714" sldId="280"/>
            <ac:spMk id="62" creationId="{794D35C7-C348-908D-C84C-DB02E153B187}"/>
          </ac:spMkLst>
        </pc:spChg>
        <pc:spChg chg="add del mod ord">
          <ac:chgData name="Guilherme Macario" userId="f7d209c4a899cfcf" providerId="LiveId" clId="{E7C0C36D-A57A-4BDB-8176-047B9E512AC2}" dt="2024-05-18T23:22:46.718" v="1302" actId="478"/>
          <ac:spMkLst>
            <pc:docMk/>
            <pc:sldMk cId="1534870714" sldId="280"/>
            <ac:spMk id="63" creationId="{AB380478-609D-5F70-E83B-DA993FD1D5D3}"/>
          </ac:spMkLst>
        </pc:spChg>
        <pc:spChg chg="add del mod ord">
          <ac:chgData name="Guilherme Macario" userId="f7d209c4a899cfcf" providerId="LiveId" clId="{E7C0C36D-A57A-4BDB-8176-047B9E512AC2}" dt="2024-05-18T23:22:49.788" v="1303" actId="478"/>
          <ac:spMkLst>
            <pc:docMk/>
            <pc:sldMk cId="1534870714" sldId="280"/>
            <ac:spMk id="64" creationId="{F9D94969-E68F-F82F-9359-024A154CE4B8}"/>
          </ac:spMkLst>
        </pc:spChg>
        <pc:spChg chg="add mod">
          <ac:chgData name="Guilherme Macario" userId="f7d209c4a899cfcf" providerId="LiveId" clId="{E7C0C36D-A57A-4BDB-8176-047B9E512AC2}" dt="2024-05-18T23:22:56.376" v="1307"/>
          <ac:spMkLst>
            <pc:docMk/>
            <pc:sldMk cId="1534870714" sldId="280"/>
            <ac:spMk id="67" creationId="{4CC1CA29-6FDA-14D0-7C72-5B9B5037FF3A}"/>
          </ac:spMkLst>
        </pc:spChg>
        <pc:spChg chg="add del mod">
          <ac:chgData name="Guilherme Macario" userId="f7d209c4a899cfcf" providerId="LiveId" clId="{E7C0C36D-A57A-4BDB-8176-047B9E512AC2}" dt="2024-05-18T23:41:28.411" v="1524" actId="478"/>
          <ac:spMkLst>
            <pc:docMk/>
            <pc:sldMk cId="1534870714" sldId="280"/>
            <ac:spMk id="70" creationId="{D6EE8A2B-69FA-9A7B-928E-624EAFC8B9B2}"/>
          </ac:spMkLst>
        </pc:spChg>
        <pc:spChg chg="add del mod">
          <ac:chgData name="Guilherme Macario" userId="f7d209c4a899cfcf" providerId="LiveId" clId="{E7C0C36D-A57A-4BDB-8176-047B9E512AC2}" dt="2024-05-18T23:41:49.502" v="1529" actId="478"/>
          <ac:spMkLst>
            <pc:docMk/>
            <pc:sldMk cId="1534870714" sldId="280"/>
            <ac:spMk id="74" creationId="{28E685CC-0B99-2F37-889D-248C72EC5537}"/>
          </ac:spMkLst>
        </pc:spChg>
        <pc:spChg chg="add mod">
          <ac:chgData name="Guilherme Macario" userId="f7d209c4a899cfcf" providerId="LiveId" clId="{E7C0C36D-A57A-4BDB-8176-047B9E512AC2}" dt="2024-05-18T23:42:09.852" v="1532" actId="14100"/>
          <ac:spMkLst>
            <pc:docMk/>
            <pc:sldMk cId="1534870714" sldId="280"/>
            <ac:spMk id="75" creationId="{190E5283-EA0A-7EF5-970D-64F39FADE422}"/>
          </ac:spMkLst>
        </pc:spChg>
        <pc:spChg chg="add mod">
          <ac:chgData name="Guilherme Macario" userId="f7d209c4a899cfcf" providerId="LiveId" clId="{E7C0C36D-A57A-4BDB-8176-047B9E512AC2}" dt="2024-05-18T23:42:38.524" v="1574" actId="20577"/>
          <ac:spMkLst>
            <pc:docMk/>
            <pc:sldMk cId="1534870714" sldId="280"/>
            <ac:spMk id="76" creationId="{D76CCAEC-2819-7C6C-ABE1-0F1C898AB22B}"/>
          </ac:spMkLst>
        </pc:spChg>
        <pc:graphicFrameChg chg="add del mod modGraphic">
          <ac:chgData name="Guilherme Macario" userId="f7d209c4a899cfcf" providerId="LiveId" clId="{E7C0C36D-A57A-4BDB-8176-047B9E512AC2}" dt="2024-05-18T23:22:07.274" v="1298" actId="1032"/>
          <ac:graphicFrameMkLst>
            <pc:docMk/>
            <pc:sldMk cId="1534870714" sldId="280"/>
            <ac:graphicFrameMk id="65" creationId="{564E879D-98E0-8091-5C8E-AEE5C7793A9D}"/>
          </ac:graphicFrameMkLst>
        </pc:graphicFrameChg>
        <pc:graphicFrameChg chg="add del mod">
          <ac:chgData name="Guilherme Macario" userId="f7d209c4a899cfcf" providerId="LiveId" clId="{E7C0C36D-A57A-4BDB-8176-047B9E512AC2}" dt="2024-05-18T23:41:25.385" v="1523" actId="478"/>
          <ac:graphicFrameMkLst>
            <pc:docMk/>
            <pc:sldMk cId="1534870714" sldId="280"/>
            <ac:graphicFrameMk id="68" creationId="{55240E20-26A2-D653-9100-A89D6DC70F1C}"/>
          </ac:graphicFrameMkLst>
        </pc:graphicFrameChg>
        <pc:picChg chg="mod">
          <ac:chgData name="Guilherme Macario" userId="f7d209c4a899cfcf" providerId="LiveId" clId="{E7C0C36D-A57A-4BDB-8176-047B9E512AC2}" dt="2024-05-18T23:22:54.951" v="1306" actId="1076"/>
          <ac:picMkLst>
            <pc:docMk/>
            <pc:sldMk cId="1534870714" sldId="280"/>
            <ac:picMk id="46" creationId="{9B9C7E32-295C-B162-2D34-40294F1DED1F}"/>
          </ac:picMkLst>
        </pc:picChg>
        <pc:picChg chg="add del mod ord">
          <ac:chgData name="Guilherme Macario" userId="f7d209c4a899cfcf" providerId="LiveId" clId="{E7C0C36D-A57A-4BDB-8176-047B9E512AC2}" dt="2024-05-18T23:22:30.066" v="1301" actId="34307"/>
          <ac:picMkLst>
            <pc:docMk/>
            <pc:sldMk cId="1534870714" sldId="280"/>
            <ac:picMk id="66" creationId="{88C95277-FD34-5AEA-F37F-5B461AF1AAB7}"/>
          </ac:picMkLst>
        </pc:picChg>
        <pc:picChg chg="add mod">
          <ac:chgData name="Guilherme Macario" userId="f7d209c4a899cfcf" providerId="LiveId" clId="{E7C0C36D-A57A-4BDB-8176-047B9E512AC2}" dt="2024-05-18T23:41:54.936" v="1530" actId="1076"/>
          <ac:picMkLst>
            <pc:docMk/>
            <pc:sldMk cId="1534870714" sldId="280"/>
            <ac:picMk id="72" creationId="{C50CDC7F-E2DD-231A-E622-3BF12AD011DB}"/>
          </ac:picMkLst>
        </pc:picChg>
        <pc:inkChg chg="add del">
          <ac:chgData name="Guilherme Macario" userId="f7d209c4a899cfcf" providerId="LiveId" clId="{E7C0C36D-A57A-4BDB-8176-047B9E512AC2}" dt="2024-05-18T23:13:12.554" v="1057" actId="9405"/>
          <ac:inkMkLst>
            <pc:docMk/>
            <pc:sldMk cId="1534870714" sldId="280"/>
            <ac:inkMk id="49" creationId="{FB841B3D-CDC2-7B3B-74F5-0F686CD97A85}"/>
          </ac:inkMkLst>
        </pc:inkChg>
        <pc:inkChg chg="add del">
          <ac:chgData name="Guilherme Macario" userId="f7d209c4a899cfcf" providerId="LiveId" clId="{E7C0C36D-A57A-4BDB-8176-047B9E512AC2}" dt="2024-05-18T23:13:29.539" v="1059" actId="9405"/>
          <ac:inkMkLst>
            <pc:docMk/>
            <pc:sldMk cId="1534870714" sldId="280"/>
            <ac:inkMk id="50" creationId="{44DB6FA9-4364-5608-16FE-011FFE12FA82}"/>
          </ac:inkMkLst>
        </pc:inkChg>
      </pc:sldChg>
      <pc:sldChg chg="addSp delSp modSp mod ord modClrScheme chgLayout">
        <pc:chgData name="Guilherme Macario" userId="f7d209c4a899cfcf" providerId="LiveId" clId="{E7C0C36D-A57A-4BDB-8176-047B9E512AC2}" dt="2024-05-19T00:35:50.814" v="2287" actId="20577"/>
        <pc:sldMkLst>
          <pc:docMk/>
          <pc:sldMk cId="232099763" sldId="281"/>
        </pc:sldMkLst>
        <pc:spChg chg="mod ord">
          <ac:chgData name="Guilherme Macario" userId="f7d209c4a899cfcf" providerId="LiveId" clId="{E7C0C36D-A57A-4BDB-8176-047B9E512AC2}" dt="2024-05-18T22:54:35.147" v="19" actId="700"/>
          <ac:spMkLst>
            <pc:docMk/>
            <pc:sldMk cId="232099763" sldId="281"/>
            <ac:spMk id="2" creationId="{AB62A8F3-55C5-9C5A-132F-87E6DA0769AF}"/>
          </ac:spMkLst>
        </pc:spChg>
        <pc:spChg chg="mod">
          <ac:chgData name="Guilherme Macario" userId="f7d209c4a899cfcf" providerId="LiveId" clId="{E7C0C36D-A57A-4BDB-8176-047B9E512AC2}" dt="2024-05-19T00:33:27.898" v="2207" actId="1076"/>
          <ac:spMkLst>
            <pc:docMk/>
            <pc:sldMk cId="232099763" sldId="281"/>
            <ac:spMk id="4" creationId="{A7A586B6-B6C1-D7B0-246F-4DEB39D77264}"/>
          </ac:spMkLst>
        </pc:spChg>
        <pc:spChg chg="add del">
          <ac:chgData name="Guilherme Macario" userId="f7d209c4a899cfcf" providerId="LiveId" clId="{E7C0C36D-A57A-4BDB-8176-047B9E512AC2}" dt="2024-05-18T22:52:48.644" v="1" actId="11529"/>
          <ac:spMkLst>
            <pc:docMk/>
            <pc:sldMk cId="232099763" sldId="281"/>
            <ac:spMk id="5" creationId="{99C079FC-0B79-0DFC-3F66-45E1E26E1570}"/>
          </ac:spMkLst>
        </pc:spChg>
        <pc:spChg chg="add mod">
          <ac:chgData name="Guilherme Macario" userId="f7d209c4a899cfcf" providerId="LiveId" clId="{E7C0C36D-A57A-4BDB-8176-047B9E512AC2}" dt="2024-05-19T00:33:34.351" v="2210" actId="1076"/>
          <ac:spMkLst>
            <pc:docMk/>
            <pc:sldMk cId="232099763" sldId="281"/>
            <ac:spMk id="6" creationId="{37C95003-4DB3-295F-97BB-2823F61E0C5C}"/>
          </ac:spMkLst>
        </pc:spChg>
        <pc:spChg chg="add mod">
          <ac:chgData name="Guilherme Macario" userId="f7d209c4a899cfcf" providerId="LiveId" clId="{E7C0C36D-A57A-4BDB-8176-047B9E512AC2}" dt="2024-05-19T00:33:46.737" v="2215" actId="1076"/>
          <ac:spMkLst>
            <pc:docMk/>
            <pc:sldMk cId="232099763" sldId="281"/>
            <ac:spMk id="7" creationId="{F6ED8791-DFBB-DF7E-A032-E8E73646E936}"/>
          </ac:spMkLst>
        </pc:spChg>
        <pc:spChg chg="add del mod ord">
          <ac:chgData name="Guilherme Macario" userId="f7d209c4a899cfcf" providerId="LiveId" clId="{E7C0C36D-A57A-4BDB-8176-047B9E512AC2}" dt="2024-05-18T22:54:35.147" v="19" actId="700"/>
          <ac:spMkLst>
            <pc:docMk/>
            <pc:sldMk cId="232099763" sldId="281"/>
            <ac:spMk id="11" creationId="{C3220698-8F55-14E5-7A61-865E9C2D7EB3}"/>
          </ac:spMkLst>
        </pc:spChg>
        <pc:spChg chg="add del mod ord">
          <ac:chgData name="Guilherme Macario" userId="f7d209c4a899cfcf" providerId="LiveId" clId="{E7C0C36D-A57A-4BDB-8176-047B9E512AC2}" dt="2024-05-18T22:54:35.147" v="19" actId="700"/>
          <ac:spMkLst>
            <pc:docMk/>
            <pc:sldMk cId="232099763" sldId="281"/>
            <ac:spMk id="12" creationId="{66DC28BD-F604-0BC8-867D-723CC333353E}"/>
          </ac:spMkLst>
        </pc:spChg>
        <pc:spChg chg="add mod">
          <ac:chgData name="Guilherme Macario" userId="f7d209c4a899cfcf" providerId="LiveId" clId="{E7C0C36D-A57A-4BDB-8176-047B9E512AC2}" dt="2024-05-19T00:35:50.814" v="2287" actId="20577"/>
          <ac:spMkLst>
            <pc:docMk/>
            <pc:sldMk cId="232099763" sldId="281"/>
            <ac:spMk id="19" creationId="{B4D0482B-5045-BA4B-D2DE-676A128D0ED3}"/>
          </ac:spMkLst>
        </pc:spChg>
        <pc:picChg chg="add del mod">
          <ac:chgData name="Guilherme Macario" userId="f7d209c4a899cfcf" providerId="LiveId" clId="{E7C0C36D-A57A-4BDB-8176-047B9E512AC2}" dt="2024-05-18T22:54:25.114" v="17" actId="478"/>
          <ac:picMkLst>
            <pc:docMk/>
            <pc:sldMk cId="232099763" sldId="281"/>
            <ac:picMk id="8" creationId="{9A61A428-713F-2FE9-3E15-A15328A786A3}"/>
          </ac:picMkLst>
        </pc:picChg>
        <pc:picChg chg="add del mod">
          <ac:chgData name="Guilherme Macario" userId="f7d209c4a899cfcf" providerId="LiveId" clId="{E7C0C36D-A57A-4BDB-8176-047B9E512AC2}" dt="2024-05-18T22:54:14.995" v="16" actId="22"/>
          <ac:picMkLst>
            <pc:docMk/>
            <pc:sldMk cId="232099763" sldId="281"/>
            <ac:picMk id="10" creationId="{A627D8E8-C126-6796-8361-E8EF5882065A}"/>
          </ac:picMkLst>
        </pc:picChg>
        <pc:picChg chg="add mod">
          <ac:chgData name="Guilherme Macario" userId="f7d209c4a899cfcf" providerId="LiveId" clId="{E7C0C36D-A57A-4BDB-8176-047B9E512AC2}" dt="2024-05-19T00:33:39.503" v="2212" actId="14100"/>
          <ac:picMkLst>
            <pc:docMk/>
            <pc:sldMk cId="232099763" sldId="281"/>
            <ac:picMk id="14" creationId="{9A311876-111B-1BE8-8855-86EF060B2B77}"/>
          </ac:picMkLst>
        </pc:picChg>
        <pc:picChg chg="add mod">
          <ac:chgData name="Guilherme Macario" userId="f7d209c4a899cfcf" providerId="LiveId" clId="{E7C0C36D-A57A-4BDB-8176-047B9E512AC2}" dt="2024-05-19T00:33:37.133" v="2211" actId="1076"/>
          <ac:picMkLst>
            <pc:docMk/>
            <pc:sldMk cId="232099763" sldId="281"/>
            <ac:picMk id="16" creationId="{60D9F1B0-712F-93A1-F1C3-822BB4871475}"/>
          </ac:picMkLst>
        </pc:picChg>
        <pc:picChg chg="add mod">
          <ac:chgData name="Guilherme Macario" userId="f7d209c4a899cfcf" providerId="LiveId" clId="{E7C0C36D-A57A-4BDB-8176-047B9E512AC2}" dt="2024-05-19T00:33:59.552" v="2218" actId="14100"/>
          <ac:picMkLst>
            <pc:docMk/>
            <pc:sldMk cId="232099763" sldId="281"/>
            <ac:picMk id="18" creationId="{13520CD6-3937-C68F-E86B-D1567359C4AE}"/>
          </ac:picMkLst>
        </pc:picChg>
        <pc:picChg chg="add mod">
          <ac:chgData name="Guilherme Macario" userId="f7d209c4a899cfcf" providerId="LiveId" clId="{E7C0C36D-A57A-4BDB-8176-047B9E512AC2}" dt="2024-05-19T00:34:38.762" v="2225" actId="14100"/>
          <ac:picMkLst>
            <pc:docMk/>
            <pc:sldMk cId="232099763" sldId="281"/>
            <ac:picMk id="21" creationId="{266E5E89-4277-CD7B-CE05-5DDFCC2B586A}"/>
          </ac:picMkLst>
        </pc:picChg>
      </pc:sldChg>
      <pc:sldChg chg="addSp delSp modSp new mod modClrScheme chgLayout">
        <pc:chgData name="Guilherme Macario" userId="f7d209c4a899cfcf" providerId="LiveId" clId="{E7C0C36D-A57A-4BDB-8176-047B9E512AC2}" dt="2024-05-18T22:59:42.541" v="700" actId="20577"/>
        <pc:sldMkLst>
          <pc:docMk/>
          <pc:sldMk cId="3923225915" sldId="282"/>
        </pc:sldMkLst>
        <pc:spChg chg="del mod ord">
          <ac:chgData name="Guilherme Macario" userId="f7d209c4a899cfcf" providerId="LiveId" clId="{E7C0C36D-A57A-4BDB-8176-047B9E512AC2}" dt="2024-05-18T22:54:47.893" v="21" actId="700"/>
          <ac:spMkLst>
            <pc:docMk/>
            <pc:sldMk cId="3923225915" sldId="282"/>
            <ac:spMk id="2" creationId="{3BABA9AC-A17C-28BC-49B3-A75003D9BCC5}"/>
          </ac:spMkLst>
        </pc:spChg>
        <pc:spChg chg="del mod ord">
          <ac:chgData name="Guilherme Macario" userId="f7d209c4a899cfcf" providerId="LiveId" clId="{E7C0C36D-A57A-4BDB-8176-047B9E512AC2}" dt="2024-05-18T22:54:47.893" v="21" actId="700"/>
          <ac:spMkLst>
            <pc:docMk/>
            <pc:sldMk cId="3923225915" sldId="282"/>
            <ac:spMk id="3" creationId="{8B282F3C-068F-81DF-7A01-B96558CADDBD}"/>
          </ac:spMkLst>
        </pc:spChg>
        <pc:spChg chg="add del mod ord">
          <ac:chgData name="Guilherme Macario" userId="f7d209c4a899cfcf" providerId="LiveId" clId="{E7C0C36D-A57A-4BDB-8176-047B9E512AC2}" dt="2024-05-18T22:55:00.340" v="22" actId="700"/>
          <ac:spMkLst>
            <pc:docMk/>
            <pc:sldMk cId="3923225915" sldId="282"/>
            <ac:spMk id="4" creationId="{482DEF50-2227-4350-FFB3-AD0A0FB4E7F3}"/>
          </ac:spMkLst>
        </pc:spChg>
        <pc:spChg chg="add del mod ord">
          <ac:chgData name="Guilherme Macario" userId="f7d209c4a899cfcf" providerId="LiveId" clId="{E7C0C36D-A57A-4BDB-8176-047B9E512AC2}" dt="2024-05-18T22:55:00.340" v="22" actId="700"/>
          <ac:spMkLst>
            <pc:docMk/>
            <pc:sldMk cId="3923225915" sldId="282"/>
            <ac:spMk id="5" creationId="{13F566C0-6247-0CC8-9CDB-ECA6897062A1}"/>
          </ac:spMkLst>
        </pc:spChg>
        <pc:spChg chg="add del mod ord">
          <ac:chgData name="Guilherme Macario" userId="f7d209c4a899cfcf" providerId="LiveId" clId="{E7C0C36D-A57A-4BDB-8176-047B9E512AC2}" dt="2024-05-18T22:55:00.340" v="22" actId="700"/>
          <ac:spMkLst>
            <pc:docMk/>
            <pc:sldMk cId="3923225915" sldId="282"/>
            <ac:spMk id="6" creationId="{793A64E7-DA04-D978-8CAB-EF8B628E6607}"/>
          </ac:spMkLst>
        </pc:spChg>
        <pc:spChg chg="add mod ord">
          <ac:chgData name="Guilherme Macario" userId="f7d209c4a899cfcf" providerId="LiveId" clId="{E7C0C36D-A57A-4BDB-8176-047B9E512AC2}" dt="2024-05-18T22:55:12.965" v="23"/>
          <ac:spMkLst>
            <pc:docMk/>
            <pc:sldMk cId="3923225915" sldId="282"/>
            <ac:spMk id="7" creationId="{64731EF9-EE25-9E4B-52F1-6B358803DF6D}"/>
          </ac:spMkLst>
        </pc:spChg>
        <pc:spChg chg="add del mod ord">
          <ac:chgData name="Guilherme Macario" userId="f7d209c4a899cfcf" providerId="LiveId" clId="{E7C0C36D-A57A-4BDB-8176-047B9E512AC2}" dt="2024-05-18T22:55:53.919" v="27" actId="1032"/>
          <ac:spMkLst>
            <pc:docMk/>
            <pc:sldMk cId="3923225915" sldId="282"/>
            <ac:spMk id="8" creationId="{9267F298-3EB2-04B9-2AEC-7997187A604F}"/>
          </ac:spMkLst>
        </pc:spChg>
        <pc:spChg chg="add del mod ord">
          <ac:chgData name="Guilherme Macario" userId="f7d209c4a899cfcf" providerId="LiveId" clId="{E7C0C36D-A57A-4BDB-8176-047B9E512AC2}" dt="2024-05-18T22:59:29.636" v="664"/>
          <ac:spMkLst>
            <pc:docMk/>
            <pc:sldMk cId="3923225915" sldId="282"/>
            <ac:spMk id="9" creationId="{AA3E4A3C-2D09-88C2-9128-64E1EB79AB7E}"/>
          </ac:spMkLst>
        </pc:spChg>
        <pc:graphicFrameChg chg="add mod">
          <ac:chgData name="Guilherme Macario" userId="f7d209c4a899cfcf" providerId="LiveId" clId="{E7C0C36D-A57A-4BDB-8176-047B9E512AC2}" dt="2024-05-18T22:55:36.351" v="26" actId="1957"/>
          <ac:graphicFrameMkLst>
            <pc:docMk/>
            <pc:sldMk cId="3923225915" sldId="282"/>
            <ac:graphicFrameMk id="12" creationId="{15BB4FA0-F29B-ACE9-7667-B692C2C2A388}"/>
          </ac:graphicFrameMkLst>
        </pc:graphicFrameChg>
        <pc:graphicFrameChg chg="add mod modGraphic">
          <ac:chgData name="Guilherme Macario" userId="f7d209c4a899cfcf" providerId="LiveId" clId="{E7C0C36D-A57A-4BDB-8176-047B9E512AC2}" dt="2024-05-18T22:59:16.214" v="663" actId="20577"/>
          <ac:graphicFrameMkLst>
            <pc:docMk/>
            <pc:sldMk cId="3923225915" sldId="282"/>
            <ac:graphicFrameMk id="13" creationId="{82C27806-0E55-E632-8A2C-00DB1AF161BD}"/>
          </ac:graphicFrameMkLst>
        </pc:graphicFrameChg>
        <pc:graphicFrameChg chg="add mod">
          <ac:chgData name="Guilherme Macario" userId="f7d209c4a899cfcf" providerId="LiveId" clId="{E7C0C36D-A57A-4BDB-8176-047B9E512AC2}" dt="2024-05-18T22:59:42.541" v="700" actId="20577"/>
          <ac:graphicFrameMkLst>
            <pc:docMk/>
            <pc:sldMk cId="3923225915" sldId="282"/>
            <ac:graphicFrameMk id="14" creationId="{361400AC-8C47-7D46-C555-3BEFAAEB52D6}"/>
          </ac:graphicFrameMkLst>
        </pc:graphicFrameChg>
      </pc:sldChg>
      <pc:sldChg chg="addSp delSp modSp new mod ord modClrScheme chgLayout">
        <pc:chgData name="Guilherme Macario" userId="f7d209c4a899cfcf" providerId="LiveId" clId="{E7C0C36D-A57A-4BDB-8176-047B9E512AC2}" dt="2024-05-19T00:29:46.728" v="2026" actId="1076"/>
        <pc:sldMkLst>
          <pc:docMk/>
          <pc:sldMk cId="2077531642" sldId="283"/>
        </pc:sldMkLst>
        <pc:spChg chg="del">
          <ac:chgData name="Guilherme Macario" userId="f7d209c4a899cfcf" providerId="LiveId" clId="{E7C0C36D-A57A-4BDB-8176-047B9E512AC2}" dt="2024-05-18T23:02:47.988" v="1036" actId="478"/>
          <ac:spMkLst>
            <pc:docMk/>
            <pc:sldMk cId="2077531642" sldId="283"/>
            <ac:spMk id="2" creationId="{37133657-F9FA-6885-D5F7-AFB2C5197CFF}"/>
          </ac:spMkLst>
        </pc:spChg>
        <pc:spChg chg="del">
          <ac:chgData name="Guilherme Macario" userId="f7d209c4a899cfcf" providerId="LiveId" clId="{E7C0C36D-A57A-4BDB-8176-047B9E512AC2}" dt="2024-05-18T23:02:45.898" v="1035" actId="478"/>
          <ac:spMkLst>
            <pc:docMk/>
            <pc:sldMk cId="2077531642" sldId="283"/>
            <ac:spMk id="3" creationId="{1A23E73D-5A7A-BD45-6996-D5FA06F92583}"/>
          </ac:spMkLst>
        </pc:spChg>
        <pc:spChg chg="add del">
          <ac:chgData name="Guilherme Macario" userId="f7d209c4a899cfcf" providerId="LiveId" clId="{E7C0C36D-A57A-4BDB-8176-047B9E512AC2}" dt="2024-05-18T23:04:48.289" v="1053" actId="11529"/>
          <ac:spMkLst>
            <pc:docMk/>
            <pc:sldMk cId="2077531642" sldId="283"/>
            <ac:spMk id="11" creationId="{106B718D-7AF4-97AF-B1DC-61BF322BBABC}"/>
          </ac:spMkLst>
        </pc:spChg>
        <pc:spChg chg="add mod">
          <ac:chgData name="Guilherme Macario" userId="f7d209c4a899cfcf" providerId="LiveId" clId="{E7C0C36D-A57A-4BDB-8176-047B9E512AC2}" dt="2024-05-19T00:28:43.422" v="2015" actId="1076"/>
          <ac:spMkLst>
            <pc:docMk/>
            <pc:sldMk cId="2077531642" sldId="283"/>
            <ac:spMk id="13" creationId="{0492D987-4175-F142-2B47-3BB84D0F501D}"/>
          </ac:spMkLst>
        </pc:spChg>
        <pc:spChg chg="add del mod ord">
          <ac:chgData name="Guilherme Macario" userId="f7d209c4a899cfcf" providerId="LiveId" clId="{E7C0C36D-A57A-4BDB-8176-047B9E512AC2}" dt="2024-05-18T23:25:07.238" v="1481" actId="700"/>
          <ac:spMkLst>
            <pc:docMk/>
            <pc:sldMk cId="2077531642" sldId="283"/>
            <ac:spMk id="14" creationId="{8DE90930-6363-55D8-95C0-42B1B77CB1E6}"/>
          </ac:spMkLst>
        </pc:spChg>
        <pc:spChg chg="add del mod ord">
          <ac:chgData name="Guilherme Macario" userId="f7d209c4a899cfcf" providerId="LiveId" clId="{E7C0C36D-A57A-4BDB-8176-047B9E512AC2}" dt="2024-05-18T23:25:07.238" v="1481" actId="700"/>
          <ac:spMkLst>
            <pc:docMk/>
            <pc:sldMk cId="2077531642" sldId="283"/>
            <ac:spMk id="15" creationId="{9DB29BED-9950-07FC-7856-0A308D215A60}"/>
          </ac:spMkLst>
        </pc:spChg>
        <pc:spChg chg="add del mod ord">
          <ac:chgData name="Guilherme Macario" userId="f7d209c4a899cfcf" providerId="LiveId" clId="{E7C0C36D-A57A-4BDB-8176-047B9E512AC2}" dt="2024-05-18T23:25:07.238" v="1481" actId="700"/>
          <ac:spMkLst>
            <pc:docMk/>
            <pc:sldMk cId="2077531642" sldId="283"/>
            <ac:spMk id="16" creationId="{F5FE37CA-E0FC-A2A1-5DA2-68F98123664B}"/>
          </ac:spMkLst>
        </pc:spChg>
        <pc:spChg chg="add del mod ord">
          <ac:chgData name="Guilherme Macario" userId="f7d209c4a899cfcf" providerId="LiveId" clId="{E7C0C36D-A57A-4BDB-8176-047B9E512AC2}" dt="2024-05-18T23:25:07.238" v="1481" actId="700"/>
          <ac:spMkLst>
            <pc:docMk/>
            <pc:sldMk cId="2077531642" sldId="283"/>
            <ac:spMk id="17" creationId="{315666B8-8559-85E8-086C-04562CBE6325}"/>
          </ac:spMkLst>
        </pc:spChg>
        <pc:spChg chg="add del mod ord">
          <ac:chgData name="Guilherme Macario" userId="f7d209c4a899cfcf" providerId="LiveId" clId="{E7C0C36D-A57A-4BDB-8176-047B9E512AC2}" dt="2024-05-18T23:25:07.238" v="1481" actId="700"/>
          <ac:spMkLst>
            <pc:docMk/>
            <pc:sldMk cId="2077531642" sldId="283"/>
            <ac:spMk id="18" creationId="{DF846311-4228-2349-F8B1-8A91FB30E997}"/>
          </ac:spMkLst>
        </pc:spChg>
        <pc:spChg chg="add del mod ord">
          <ac:chgData name="Guilherme Macario" userId="f7d209c4a899cfcf" providerId="LiveId" clId="{E7C0C36D-A57A-4BDB-8176-047B9E512AC2}" dt="2024-05-18T23:25:07.238" v="1481" actId="700"/>
          <ac:spMkLst>
            <pc:docMk/>
            <pc:sldMk cId="2077531642" sldId="283"/>
            <ac:spMk id="19" creationId="{F091E1FD-B919-E578-FB3E-F60BFDE41DB8}"/>
          </ac:spMkLst>
        </pc:spChg>
        <pc:spChg chg="add del mod ord">
          <ac:chgData name="Guilherme Macario" userId="f7d209c4a899cfcf" providerId="LiveId" clId="{E7C0C36D-A57A-4BDB-8176-047B9E512AC2}" dt="2024-05-18T23:25:07.238" v="1481" actId="700"/>
          <ac:spMkLst>
            <pc:docMk/>
            <pc:sldMk cId="2077531642" sldId="283"/>
            <ac:spMk id="20" creationId="{6BED2E64-4160-4BAF-0717-7696073B96D3}"/>
          </ac:spMkLst>
        </pc:spChg>
        <pc:spChg chg="add del mod ord">
          <ac:chgData name="Guilherme Macario" userId="f7d209c4a899cfcf" providerId="LiveId" clId="{E7C0C36D-A57A-4BDB-8176-047B9E512AC2}" dt="2024-05-18T23:25:07.238" v="1481" actId="700"/>
          <ac:spMkLst>
            <pc:docMk/>
            <pc:sldMk cId="2077531642" sldId="283"/>
            <ac:spMk id="21" creationId="{B42740F4-EADF-DB5B-7B74-FDC92B7ECD42}"/>
          </ac:spMkLst>
        </pc:spChg>
        <pc:spChg chg="add del mod ord">
          <ac:chgData name="Guilherme Macario" userId="f7d209c4a899cfcf" providerId="LiveId" clId="{E7C0C36D-A57A-4BDB-8176-047B9E512AC2}" dt="2024-05-18T23:25:07.238" v="1481" actId="700"/>
          <ac:spMkLst>
            <pc:docMk/>
            <pc:sldMk cId="2077531642" sldId="283"/>
            <ac:spMk id="22" creationId="{900C28E0-6B8E-17ED-092D-DC664F2CB245}"/>
          </ac:spMkLst>
        </pc:spChg>
        <pc:spChg chg="add del mod ord">
          <ac:chgData name="Guilherme Macario" userId="f7d209c4a899cfcf" providerId="LiveId" clId="{E7C0C36D-A57A-4BDB-8176-047B9E512AC2}" dt="2024-05-18T23:25:07.238" v="1481" actId="700"/>
          <ac:spMkLst>
            <pc:docMk/>
            <pc:sldMk cId="2077531642" sldId="283"/>
            <ac:spMk id="23" creationId="{5F89B602-6805-2040-FC1B-33986D6D9FA3}"/>
          </ac:spMkLst>
        </pc:spChg>
        <pc:spChg chg="add mod">
          <ac:chgData name="Guilherme Macario" userId="f7d209c4a899cfcf" providerId="LiveId" clId="{E7C0C36D-A57A-4BDB-8176-047B9E512AC2}" dt="2024-05-19T00:29:10.370" v="2020" actId="1076"/>
          <ac:spMkLst>
            <pc:docMk/>
            <pc:sldMk cId="2077531642" sldId="283"/>
            <ac:spMk id="30" creationId="{8D68701F-5781-C411-A915-42726197BCB8}"/>
          </ac:spMkLst>
        </pc:spChg>
        <pc:spChg chg="add mod">
          <ac:chgData name="Guilherme Macario" userId="f7d209c4a899cfcf" providerId="LiveId" clId="{E7C0C36D-A57A-4BDB-8176-047B9E512AC2}" dt="2024-05-19T00:29:46.728" v="2026" actId="1076"/>
          <ac:spMkLst>
            <pc:docMk/>
            <pc:sldMk cId="2077531642" sldId="283"/>
            <ac:spMk id="31" creationId="{CAE3A070-F42E-64E1-0135-7C9D48EAA85B}"/>
          </ac:spMkLst>
        </pc:spChg>
        <pc:picChg chg="add del mod">
          <ac:chgData name="Guilherme Macario" userId="f7d209c4a899cfcf" providerId="LiveId" clId="{E7C0C36D-A57A-4BDB-8176-047B9E512AC2}" dt="2024-05-18T23:03:09.122" v="1044" actId="478"/>
          <ac:picMkLst>
            <pc:docMk/>
            <pc:sldMk cId="2077531642" sldId="283"/>
            <ac:picMk id="5" creationId="{0BBF8071-192D-5D07-7F20-79088FC73772}"/>
          </ac:picMkLst>
        </pc:picChg>
        <pc:picChg chg="add mod">
          <ac:chgData name="Guilherme Macario" userId="f7d209c4a899cfcf" providerId="LiveId" clId="{E7C0C36D-A57A-4BDB-8176-047B9E512AC2}" dt="2024-05-19T00:29:41.526" v="2024" actId="1076"/>
          <ac:picMkLst>
            <pc:docMk/>
            <pc:sldMk cId="2077531642" sldId="283"/>
            <ac:picMk id="7" creationId="{900E2192-14A4-9FED-DE9B-16AF06AE2529}"/>
          </ac:picMkLst>
        </pc:picChg>
        <pc:picChg chg="add mod">
          <ac:chgData name="Guilherme Macario" userId="f7d209c4a899cfcf" providerId="LiveId" clId="{E7C0C36D-A57A-4BDB-8176-047B9E512AC2}" dt="2024-05-19T00:28:39.982" v="2013" actId="14100"/>
          <ac:picMkLst>
            <pc:docMk/>
            <pc:sldMk cId="2077531642" sldId="283"/>
            <ac:picMk id="9" creationId="{BCFCA6E7-13B8-0DD1-FC3F-7B1E8E5EBF01}"/>
          </ac:picMkLst>
        </pc:picChg>
        <pc:picChg chg="add mod">
          <ac:chgData name="Guilherme Macario" userId="f7d209c4a899cfcf" providerId="LiveId" clId="{E7C0C36D-A57A-4BDB-8176-047B9E512AC2}" dt="2024-05-19T00:29:14.030" v="2021" actId="1076"/>
          <ac:picMkLst>
            <pc:docMk/>
            <pc:sldMk cId="2077531642" sldId="283"/>
            <ac:picMk id="25" creationId="{4BE63D42-CF54-4BF3-915E-1AC7B53DDB25}"/>
          </ac:picMkLst>
        </pc:picChg>
        <pc:picChg chg="add mod">
          <ac:chgData name="Guilherme Macario" userId="f7d209c4a899cfcf" providerId="LiveId" clId="{E7C0C36D-A57A-4BDB-8176-047B9E512AC2}" dt="2024-05-19T00:29:04.883" v="2018" actId="1076"/>
          <ac:picMkLst>
            <pc:docMk/>
            <pc:sldMk cId="2077531642" sldId="283"/>
            <ac:picMk id="27" creationId="{1C83A56C-4387-E407-A40D-65701C1DF760}"/>
          </ac:picMkLst>
        </pc:picChg>
        <pc:picChg chg="add mod">
          <ac:chgData name="Guilherme Macario" userId="f7d209c4a899cfcf" providerId="LiveId" clId="{E7C0C36D-A57A-4BDB-8176-047B9E512AC2}" dt="2024-05-19T00:29:02.238" v="2017" actId="1076"/>
          <ac:picMkLst>
            <pc:docMk/>
            <pc:sldMk cId="2077531642" sldId="283"/>
            <ac:picMk id="29" creationId="{51A08FEA-AA83-747F-9982-0342FD96E979}"/>
          </ac:picMkLst>
        </pc:picChg>
        <pc:inkChg chg="add del">
          <ac:chgData name="Guilherme Macario" userId="f7d209c4a899cfcf" providerId="LiveId" clId="{E7C0C36D-A57A-4BDB-8176-047B9E512AC2}" dt="2024-05-18T23:04:20.021" v="1051" actId="9405"/>
          <ac:inkMkLst>
            <pc:docMk/>
            <pc:sldMk cId="2077531642" sldId="283"/>
            <ac:inkMk id="10" creationId="{3E7C7053-40CB-D7F1-13BC-9A51035F29B0}"/>
          </ac:inkMkLst>
        </pc:inkChg>
        <pc:inkChg chg="add">
          <ac:chgData name="Guilherme Macario" userId="f7d209c4a899cfcf" providerId="LiveId" clId="{E7C0C36D-A57A-4BDB-8176-047B9E512AC2}" dt="2024-05-18T23:05:33.952" v="1055" actId="9405"/>
          <ac:inkMkLst>
            <pc:docMk/>
            <pc:sldMk cId="2077531642" sldId="283"/>
            <ac:inkMk id="12" creationId="{966B8903-2D0B-8DE4-1FCF-DBB2D7354669}"/>
          </ac:inkMkLst>
        </pc:inkChg>
      </pc:sldChg>
      <pc:sldChg chg="addSp delSp modSp new del mod ord modClrScheme chgLayout">
        <pc:chgData name="Guilherme Macario" userId="f7d209c4a899cfcf" providerId="LiveId" clId="{E7C0C36D-A57A-4BDB-8176-047B9E512AC2}" dt="2024-05-19T00:09:55.914" v="1676" actId="2696"/>
        <pc:sldMkLst>
          <pc:docMk/>
          <pc:sldMk cId="3350998639" sldId="284"/>
        </pc:sldMkLst>
        <pc:spChg chg="del mod ord">
          <ac:chgData name="Guilherme Macario" userId="f7d209c4a899cfcf" providerId="LiveId" clId="{E7C0C36D-A57A-4BDB-8176-047B9E512AC2}" dt="2024-05-18T23:25:18.791" v="1485" actId="700"/>
          <ac:spMkLst>
            <pc:docMk/>
            <pc:sldMk cId="3350998639" sldId="284"/>
            <ac:spMk id="2" creationId="{9E81CF1A-30CC-7247-7D52-081EE11EF203}"/>
          </ac:spMkLst>
        </pc:spChg>
        <pc:spChg chg="del mod ord">
          <ac:chgData name="Guilherme Macario" userId="f7d209c4a899cfcf" providerId="LiveId" clId="{E7C0C36D-A57A-4BDB-8176-047B9E512AC2}" dt="2024-05-18T23:25:18.791" v="1485" actId="700"/>
          <ac:spMkLst>
            <pc:docMk/>
            <pc:sldMk cId="3350998639" sldId="284"/>
            <ac:spMk id="3" creationId="{5DEF4DC7-CD74-FD32-1C96-05B19285CCCB}"/>
          </ac:spMkLst>
        </pc:spChg>
        <pc:spChg chg="add mod ord">
          <ac:chgData name="Guilherme Macario" userId="f7d209c4a899cfcf" providerId="LiveId" clId="{E7C0C36D-A57A-4BDB-8176-047B9E512AC2}" dt="2024-05-19T00:09:51.755" v="1675" actId="1076"/>
          <ac:spMkLst>
            <pc:docMk/>
            <pc:sldMk cId="3350998639" sldId="284"/>
            <ac:spMk id="4" creationId="{FD752F22-302E-925D-62E9-FF5AB71920F2}"/>
          </ac:spMkLst>
        </pc:spChg>
        <pc:spChg chg="add del mod ord">
          <ac:chgData name="Guilherme Macario" userId="f7d209c4a899cfcf" providerId="LiveId" clId="{E7C0C36D-A57A-4BDB-8176-047B9E512AC2}" dt="2024-05-19T00:09:48.765" v="1673" actId="478"/>
          <ac:spMkLst>
            <pc:docMk/>
            <pc:sldMk cId="3350998639" sldId="284"/>
            <ac:spMk id="5" creationId="{FB5E8955-72FC-D239-5FA0-5B21C78395ED}"/>
          </ac:spMkLst>
        </pc:spChg>
        <pc:spChg chg="add del mod ord">
          <ac:chgData name="Guilherme Macario" userId="f7d209c4a899cfcf" providerId="LiveId" clId="{E7C0C36D-A57A-4BDB-8176-047B9E512AC2}" dt="2024-05-19T00:09:41.746" v="1669" actId="478"/>
          <ac:spMkLst>
            <pc:docMk/>
            <pc:sldMk cId="3350998639" sldId="284"/>
            <ac:spMk id="6" creationId="{EB30BBB8-6B75-9730-8338-4D26FDA1E928}"/>
          </ac:spMkLst>
        </pc:spChg>
        <pc:spChg chg="add del mod ord">
          <ac:chgData name="Guilherme Macario" userId="f7d209c4a899cfcf" providerId="LiveId" clId="{E7C0C36D-A57A-4BDB-8176-047B9E512AC2}" dt="2024-05-19T00:09:45.132" v="1670" actId="478"/>
          <ac:spMkLst>
            <pc:docMk/>
            <pc:sldMk cId="3350998639" sldId="284"/>
            <ac:spMk id="7" creationId="{ECE51CE6-FBD6-995B-8CA0-57E8028B0FDC}"/>
          </ac:spMkLst>
        </pc:spChg>
        <pc:spChg chg="add del mod ord">
          <ac:chgData name="Guilherme Macario" userId="f7d209c4a899cfcf" providerId="LiveId" clId="{E7C0C36D-A57A-4BDB-8176-047B9E512AC2}" dt="2024-05-18T23:51:03.455" v="1577" actId="478"/>
          <ac:spMkLst>
            <pc:docMk/>
            <pc:sldMk cId="3350998639" sldId="284"/>
            <ac:spMk id="8" creationId="{6EDE7B16-3757-5654-4507-DCDA779521A9}"/>
          </ac:spMkLst>
        </pc:spChg>
        <pc:spChg chg="add del mod ord">
          <ac:chgData name="Guilherme Macario" userId="f7d209c4a899cfcf" providerId="LiveId" clId="{E7C0C36D-A57A-4BDB-8176-047B9E512AC2}" dt="2024-05-19T00:09:50.212" v="1674" actId="478"/>
          <ac:spMkLst>
            <pc:docMk/>
            <pc:sldMk cId="3350998639" sldId="284"/>
            <ac:spMk id="9" creationId="{9AD51221-AF50-5ACB-95E6-DF7D5BE78F2B}"/>
          </ac:spMkLst>
        </pc:spChg>
        <pc:spChg chg="add del mod ord">
          <ac:chgData name="Guilherme Macario" userId="f7d209c4a899cfcf" providerId="LiveId" clId="{E7C0C36D-A57A-4BDB-8176-047B9E512AC2}" dt="2024-05-19T00:09:47.312" v="1672" actId="478"/>
          <ac:spMkLst>
            <pc:docMk/>
            <pc:sldMk cId="3350998639" sldId="284"/>
            <ac:spMk id="10" creationId="{CC83D088-02F1-12BB-B778-5EA64ABD3636}"/>
          </ac:spMkLst>
        </pc:spChg>
        <pc:spChg chg="add del mod ord">
          <ac:chgData name="Guilherme Macario" userId="f7d209c4a899cfcf" providerId="LiveId" clId="{E7C0C36D-A57A-4BDB-8176-047B9E512AC2}" dt="2024-05-19T00:09:45.804" v="1671" actId="478"/>
          <ac:spMkLst>
            <pc:docMk/>
            <pc:sldMk cId="3350998639" sldId="284"/>
            <ac:spMk id="11" creationId="{8DAE6AE1-BD7A-9C77-200D-35F61D911FB7}"/>
          </ac:spMkLst>
        </pc:spChg>
        <pc:spChg chg="add del mod ord">
          <ac:chgData name="Guilherme Macario" userId="f7d209c4a899cfcf" providerId="LiveId" clId="{E7C0C36D-A57A-4BDB-8176-047B9E512AC2}" dt="2024-05-19T00:09:39.264" v="1668" actId="478"/>
          <ac:spMkLst>
            <pc:docMk/>
            <pc:sldMk cId="3350998639" sldId="284"/>
            <ac:spMk id="12" creationId="{3E02A528-007C-E0FB-4E12-6CB18B95B1D7}"/>
          </ac:spMkLst>
        </pc:spChg>
        <pc:spChg chg="add del mod ord">
          <ac:chgData name="Guilherme Macario" userId="f7d209c4a899cfcf" providerId="LiveId" clId="{E7C0C36D-A57A-4BDB-8176-047B9E512AC2}" dt="2024-05-19T00:09:38.044" v="1667" actId="478"/>
          <ac:spMkLst>
            <pc:docMk/>
            <pc:sldMk cId="3350998639" sldId="284"/>
            <ac:spMk id="13" creationId="{CC01869F-1922-B943-848F-98C6C60B1716}"/>
          </ac:spMkLst>
        </pc:spChg>
        <pc:picChg chg="add mod">
          <ac:chgData name="Guilherme Macario" userId="f7d209c4a899cfcf" providerId="LiveId" clId="{E7C0C36D-A57A-4BDB-8176-047B9E512AC2}" dt="2024-05-18T23:28:11.193" v="1515" actId="931"/>
          <ac:picMkLst>
            <pc:docMk/>
            <pc:sldMk cId="3350998639" sldId="284"/>
            <ac:picMk id="15" creationId="{9D95FAEA-5AEA-CCD7-E764-3A7EEB507246}"/>
          </ac:picMkLst>
        </pc:picChg>
      </pc:sldChg>
      <pc:sldChg chg="addSp delSp modSp new mod ord modClrScheme chgLayout">
        <pc:chgData name="Guilherme Macario" userId="f7d209c4a899cfcf" providerId="LiveId" clId="{E7C0C36D-A57A-4BDB-8176-047B9E512AC2}" dt="2024-05-19T00:26:39.774" v="1987"/>
        <pc:sldMkLst>
          <pc:docMk/>
          <pc:sldMk cId="4214322796" sldId="285"/>
        </pc:sldMkLst>
        <pc:spChg chg="del">
          <ac:chgData name="Guilherme Macario" userId="f7d209c4a899cfcf" providerId="LiveId" clId="{E7C0C36D-A57A-4BDB-8176-047B9E512AC2}" dt="2024-05-18T23:51:10.830" v="1579" actId="478"/>
          <ac:spMkLst>
            <pc:docMk/>
            <pc:sldMk cId="4214322796" sldId="285"/>
            <ac:spMk id="2" creationId="{3ED187F9-C279-37E3-6815-DCBC0EF5A23A}"/>
          </ac:spMkLst>
        </pc:spChg>
        <pc:spChg chg="del">
          <ac:chgData name="Guilherme Macario" userId="f7d209c4a899cfcf" providerId="LiveId" clId="{E7C0C36D-A57A-4BDB-8176-047B9E512AC2}" dt="2024-05-18T23:51:13.601" v="1580" actId="478"/>
          <ac:spMkLst>
            <pc:docMk/>
            <pc:sldMk cId="4214322796" sldId="285"/>
            <ac:spMk id="3" creationId="{4BD23AF3-210F-73A3-A9BA-85FFA5488FE0}"/>
          </ac:spMkLst>
        </pc:spChg>
        <pc:spChg chg="add del mod ord">
          <ac:chgData name="Guilherme Macario" userId="f7d209c4a899cfcf" providerId="LiveId" clId="{E7C0C36D-A57A-4BDB-8176-047B9E512AC2}" dt="2024-05-18T23:52:42.650" v="1625" actId="700"/>
          <ac:spMkLst>
            <pc:docMk/>
            <pc:sldMk cId="4214322796" sldId="285"/>
            <ac:spMk id="6" creationId="{37939B65-6D27-E4C5-2B5C-32EC7DBDA337}"/>
          </ac:spMkLst>
        </pc:spChg>
        <pc:spChg chg="add del mod ord">
          <ac:chgData name="Guilherme Macario" userId="f7d209c4a899cfcf" providerId="LiveId" clId="{E7C0C36D-A57A-4BDB-8176-047B9E512AC2}" dt="2024-05-18T23:52:42.650" v="1625" actId="700"/>
          <ac:spMkLst>
            <pc:docMk/>
            <pc:sldMk cId="4214322796" sldId="285"/>
            <ac:spMk id="7" creationId="{8152BF61-8E36-CA68-FBB2-0D5DC7A181A4}"/>
          </ac:spMkLst>
        </pc:spChg>
        <pc:spChg chg="add del mod ord">
          <ac:chgData name="Guilherme Macario" userId="f7d209c4a899cfcf" providerId="LiveId" clId="{E7C0C36D-A57A-4BDB-8176-047B9E512AC2}" dt="2024-05-18T23:52:42.650" v="1625" actId="700"/>
          <ac:spMkLst>
            <pc:docMk/>
            <pc:sldMk cId="4214322796" sldId="285"/>
            <ac:spMk id="8" creationId="{A26733AD-298D-D816-19D6-6B764517BF52}"/>
          </ac:spMkLst>
        </pc:spChg>
        <pc:spChg chg="add del mod ord">
          <ac:chgData name="Guilherme Macario" userId="f7d209c4a899cfcf" providerId="LiveId" clId="{E7C0C36D-A57A-4BDB-8176-047B9E512AC2}" dt="2024-05-18T23:52:42.650" v="1625" actId="700"/>
          <ac:spMkLst>
            <pc:docMk/>
            <pc:sldMk cId="4214322796" sldId="285"/>
            <ac:spMk id="9" creationId="{626B084C-DB5E-EF94-62BF-506607B76A1C}"/>
          </ac:spMkLst>
        </pc:spChg>
        <pc:spChg chg="add del mod ord">
          <ac:chgData name="Guilherme Macario" userId="f7d209c4a899cfcf" providerId="LiveId" clId="{E7C0C36D-A57A-4BDB-8176-047B9E512AC2}" dt="2024-05-18T23:52:42.650" v="1625" actId="700"/>
          <ac:spMkLst>
            <pc:docMk/>
            <pc:sldMk cId="4214322796" sldId="285"/>
            <ac:spMk id="10" creationId="{889A4570-9CD3-0580-F410-E1965950AB64}"/>
          </ac:spMkLst>
        </pc:spChg>
        <pc:spChg chg="add del mod ord">
          <ac:chgData name="Guilherme Macario" userId="f7d209c4a899cfcf" providerId="LiveId" clId="{E7C0C36D-A57A-4BDB-8176-047B9E512AC2}" dt="2024-05-18T23:52:42.650" v="1625" actId="700"/>
          <ac:spMkLst>
            <pc:docMk/>
            <pc:sldMk cId="4214322796" sldId="285"/>
            <ac:spMk id="11" creationId="{061590BE-79D3-E4A9-D024-04C279FBEC7A}"/>
          </ac:spMkLst>
        </pc:spChg>
        <pc:spChg chg="add del mod ord">
          <ac:chgData name="Guilherme Macario" userId="f7d209c4a899cfcf" providerId="LiveId" clId="{E7C0C36D-A57A-4BDB-8176-047B9E512AC2}" dt="2024-05-18T23:52:42.650" v="1625" actId="700"/>
          <ac:spMkLst>
            <pc:docMk/>
            <pc:sldMk cId="4214322796" sldId="285"/>
            <ac:spMk id="12" creationId="{5FE9E853-DFD6-BB62-2643-86F0147C5356}"/>
          </ac:spMkLst>
        </pc:spChg>
        <pc:spChg chg="add del mod ord">
          <ac:chgData name="Guilherme Macario" userId="f7d209c4a899cfcf" providerId="LiveId" clId="{E7C0C36D-A57A-4BDB-8176-047B9E512AC2}" dt="2024-05-18T23:52:42.650" v="1625" actId="700"/>
          <ac:spMkLst>
            <pc:docMk/>
            <pc:sldMk cId="4214322796" sldId="285"/>
            <ac:spMk id="13" creationId="{55A97026-DF14-0595-EBB1-844F83A89876}"/>
          </ac:spMkLst>
        </pc:spChg>
        <pc:spChg chg="add del mod ord">
          <ac:chgData name="Guilherme Macario" userId="f7d209c4a899cfcf" providerId="LiveId" clId="{E7C0C36D-A57A-4BDB-8176-047B9E512AC2}" dt="2024-05-18T23:52:42.650" v="1625" actId="700"/>
          <ac:spMkLst>
            <pc:docMk/>
            <pc:sldMk cId="4214322796" sldId="285"/>
            <ac:spMk id="14" creationId="{1E51DB5D-E6F5-1DB6-66B1-6B2780EF8D7E}"/>
          </ac:spMkLst>
        </pc:spChg>
        <pc:spChg chg="add del mod ord">
          <ac:chgData name="Guilherme Macario" userId="f7d209c4a899cfcf" providerId="LiveId" clId="{E7C0C36D-A57A-4BDB-8176-047B9E512AC2}" dt="2024-05-18T23:52:42.650" v="1625" actId="700"/>
          <ac:spMkLst>
            <pc:docMk/>
            <pc:sldMk cId="4214322796" sldId="285"/>
            <ac:spMk id="15" creationId="{5EA01567-CAB2-62D5-7A29-D2F003CBE21F}"/>
          </ac:spMkLst>
        </pc:spChg>
        <pc:spChg chg="add mod ord">
          <ac:chgData name="Guilherme Macario" userId="f7d209c4a899cfcf" providerId="LiveId" clId="{E7C0C36D-A57A-4BDB-8176-047B9E512AC2}" dt="2024-05-19T00:26:30.921" v="1985" actId="20577"/>
          <ac:spMkLst>
            <pc:docMk/>
            <pc:sldMk cId="4214322796" sldId="285"/>
            <ac:spMk id="16" creationId="{B6AA5F37-FD27-9118-86C6-E3AA993CBA62}"/>
          </ac:spMkLst>
        </pc:spChg>
        <pc:spChg chg="add del mod ord">
          <ac:chgData name="Guilherme Macario" userId="f7d209c4a899cfcf" providerId="LiveId" clId="{E7C0C36D-A57A-4BDB-8176-047B9E512AC2}" dt="2024-05-19T00:24:52.912" v="1879" actId="478"/>
          <ac:spMkLst>
            <pc:docMk/>
            <pc:sldMk cId="4214322796" sldId="285"/>
            <ac:spMk id="17" creationId="{22E4C640-BB52-6CD6-5876-5C4D8ED9A937}"/>
          </ac:spMkLst>
        </pc:spChg>
        <pc:spChg chg="add del mod ord">
          <ac:chgData name="Guilherme Macario" userId="f7d209c4a899cfcf" providerId="LiveId" clId="{E7C0C36D-A57A-4BDB-8176-047B9E512AC2}" dt="2024-05-18T23:53:22.256" v="1629" actId="12084"/>
          <ac:spMkLst>
            <pc:docMk/>
            <pc:sldMk cId="4214322796" sldId="285"/>
            <ac:spMk id="18" creationId="{59662944-A2FA-C6C4-D2C8-FAE503DEBCAB}"/>
          </ac:spMkLst>
        </pc:spChg>
        <pc:spChg chg="add del mod ord">
          <ac:chgData name="Guilherme Macario" userId="f7d209c4a899cfcf" providerId="LiveId" clId="{E7C0C36D-A57A-4BDB-8176-047B9E512AC2}" dt="2024-05-18T23:53:50.614" v="1658" actId="478"/>
          <ac:spMkLst>
            <pc:docMk/>
            <pc:sldMk cId="4214322796" sldId="285"/>
            <ac:spMk id="19" creationId="{150C15D2-E2A2-5464-E7B6-F536A57CE7DE}"/>
          </ac:spMkLst>
        </pc:spChg>
        <pc:spChg chg="add del mod ord">
          <ac:chgData name="Guilherme Macario" userId="f7d209c4a899cfcf" providerId="LiveId" clId="{E7C0C36D-A57A-4BDB-8176-047B9E512AC2}" dt="2024-05-18T23:53:55.138" v="1659" actId="478"/>
          <ac:spMkLst>
            <pc:docMk/>
            <pc:sldMk cId="4214322796" sldId="285"/>
            <ac:spMk id="20" creationId="{85E5C9B8-B1F1-2352-CE8F-38DAE401ED92}"/>
          </ac:spMkLst>
        </pc:spChg>
        <pc:graphicFrameChg chg="add mod">
          <ac:chgData name="Guilherme Macario" userId="f7d209c4a899cfcf" providerId="LiveId" clId="{E7C0C36D-A57A-4BDB-8176-047B9E512AC2}" dt="2024-05-19T00:26:21.915" v="1965" actId="20577"/>
          <ac:graphicFrameMkLst>
            <pc:docMk/>
            <pc:sldMk cId="4214322796" sldId="285"/>
            <ac:graphicFrameMk id="21" creationId="{92CA5DA2-8182-F628-8A76-B336DABB250F}"/>
          </ac:graphicFrameMkLst>
        </pc:graphicFrameChg>
        <pc:picChg chg="add del mod">
          <ac:chgData name="Guilherme Macario" userId="f7d209c4a899cfcf" providerId="LiveId" clId="{E7C0C36D-A57A-4BDB-8176-047B9E512AC2}" dt="2024-05-18T23:53:45.319" v="1657" actId="478"/>
          <ac:picMkLst>
            <pc:docMk/>
            <pc:sldMk cId="4214322796" sldId="285"/>
            <ac:picMk id="5" creationId="{6CD8B4C8-A380-2CE4-B733-81C0B37CA259}"/>
          </ac:picMkLst>
        </pc:picChg>
      </pc:sldChg>
      <pc:sldChg chg="addSp delSp modSp new mod ord modClrScheme chgLayout">
        <pc:chgData name="Guilherme Macario" userId="f7d209c4a899cfcf" providerId="LiveId" clId="{E7C0C36D-A57A-4BDB-8176-047B9E512AC2}" dt="2024-05-19T00:19:54.196" v="1874" actId="1076"/>
        <pc:sldMkLst>
          <pc:docMk/>
          <pc:sldMk cId="4194041164" sldId="286"/>
        </pc:sldMkLst>
        <pc:spChg chg="del">
          <ac:chgData name="Guilherme Macario" userId="f7d209c4a899cfcf" providerId="LiveId" clId="{E7C0C36D-A57A-4BDB-8176-047B9E512AC2}" dt="2024-05-19T00:10:06.052" v="1681" actId="478"/>
          <ac:spMkLst>
            <pc:docMk/>
            <pc:sldMk cId="4194041164" sldId="286"/>
            <ac:spMk id="2" creationId="{012D7FD6-5025-8A51-989B-AAD828607CC4}"/>
          </ac:spMkLst>
        </pc:spChg>
        <pc:spChg chg="del">
          <ac:chgData name="Guilherme Macario" userId="f7d209c4a899cfcf" providerId="LiveId" clId="{E7C0C36D-A57A-4BDB-8176-047B9E512AC2}" dt="2024-05-19T00:10:04.501" v="1680" actId="478"/>
          <ac:spMkLst>
            <pc:docMk/>
            <pc:sldMk cId="4194041164" sldId="286"/>
            <ac:spMk id="3" creationId="{57A5A4EE-AA52-24F4-A3C2-E814DC8612A9}"/>
          </ac:spMkLst>
        </pc:spChg>
        <pc:spChg chg="add del mod ord">
          <ac:chgData name="Guilherme Macario" userId="f7d209c4a899cfcf" providerId="LiveId" clId="{E7C0C36D-A57A-4BDB-8176-047B9E512AC2}" dt="2024-05-19T00:14:16.377" v="1694" actId="700"/>
          <ac:spMkLst>
            <pc:docMk/>
            <pc:sldMk cId="4194041164" sldId="286"/>
            <ac:spMk id="12" creationId="{4871F7C1-B1CF-4A02-440F-F931FB6C7164}"/>
          </ac:spMkLst>
        </pc:spChg>
        <pc:spChg chg="add del mod ord">
          <ac:chgData name="Guilherme Macario" userId="f7d209c4a899cfcf" providerId="LiveId" clId="{E7C0C36D-A57A-4BDB-8176-047B9E512AC2}" dt="2024-05-19T00:14:16.377" v="1694" actId="700"/>
          <ac:spMkLst>
            <pc:docMk/>
            <pc:sldMk cId="4194041164" sldId="286"/>
            <ac:spMk id="13" creationId="{917BAD75-5F96-202E-6E36-908E7B99887F}"/>
          </ac:spMkLst>
        </pc:spChg>
        <pc:spChg chg="add del mod ord">
          <ac:chgData name="Guilherme Macario" userId="f7d209c4a899cfcf" providerId="LiveId" clId="{E7C0C36D-A57A-4BDB-8176-047B9E512AC2}" dt="2024-05-19T00:14:16.377" v="1694" actId="700"/>
          <ac:spMkLst>
            <pc:docMk/>
            <pc:sldMk cId="4194041164" sldId="286"/>
            <ac:spMk id="14" creationId="{60866E11-C31A-BD1C-C185-7DDAA5AF70D2}"/>
          </ac:spMkLst>
        </pc:spChg>
        <pc:spChg chg="add mod">
          <ac:chgData name="Guilherme Macario" userId="f7d209c4a899cfcf" providerId="LiveId" clId="{E7C0C36D-A57A-4BDB-8176-047B9E512AC2}" dt="2024-05-19T00:16:25.880" v="1763" actId="20577"/>
          <ac:spMkLst>
            <pc:docMk/>
            <pc:sldMk cId="4194041164" sldId="286"/>
            <ac:spMk id="15" creationId="{8A029CF2-7BC6-95ED-5891-2FBE45156FD9}"/>
          </ac:spMkLst>
        </pc:spChg>
        <pc:spChg chg="add del mod">
          <ac:chgData name="Guilherme Macario" userId="f7d209c4a899cfcf" providerId="LiveId" clId="{E7C0C36D-A57A-4BDB-8176-047B9E512AC2}" dt="2024-05-19T00:15:19.540" v="1713" actId="478"/>
          <ac:spMkLst>
            <pc:docMk/>
            <pc:sldMk cId="4194041164" sldId="286"/>
            <ac:spMk id="16" creationId="{69198E70-5908-0704-A013-B7F4501EE1B9}"/>
          </ac:spMkLst>
        </pc:spChg>
        <pc:spChg chg="add del mod">
          <ac:chgData name="Guilherme Macario" userId="f7d209c4a899cfcf" providerId="LiveId" clId="{E7C0C36D-A57A-4BDB-8176-047B9E512AC2}" dt="2024-05-19T00:15:26.447" v="1714" actId="478"/>
          <ac:spMkLst>
            <pc:docMk/>
            <pc:sldMk cId="4194041164" sldId="286"/>
            <ac:spMk id="17" creationId="{E46D4476-AEB8-D05B-C080-7CB87CAB3431}"/>
          </ac:spMkLst>
        </pc:spChg>
        <pc:graphicFrameChg chg="add mod">
          <ac:chgData name="Guilherme Macario" userId="f7d209c4a899cfcf" providerId="LiveId" clId="{E7C0C36D-A57A-4BDB-8176-047B9E512AC2}" dt="2024-05-19T00:19:44.754" v="1871" actId="20577"/>
          <ac:graphicFrameMkLst>
            <pc:docMk/>
            <pc:sldMk cId="4194041164" sldId="286"/>
            <ac:graphicFrameMk id="24" creationId="{1D469B93-0DF9-F699-81E1-C80E40C4126A}"/>
          </ac:graphicFrameMkLst>
        </pc:graphicFrameChg>
        <pc:picChg chg="add del mod">
          <ac:chgData name="Guilherme Macario" userId="f7d209c4a899cfcf" providerId="LiveId" clId="{E7C0C36D-A57A-4BDB-8176-047B9E512AC2}" dt="2024-05-19T00:11:06.910" v="1685" actId="478"/>
          <ac:picMkLst>
            <pc:docMk/>
            <pc:sldMk cId="4194041164" sldId="286"/>
            <ac:picMk id="5" creationId="{9B6DFB1F-B1AF-D303-3AD7-12C33E0984BB}"/>
          </ac:picMkLst>
        </pc:picChg>
        <pc:picChg chg="add del">
          <ac:chgData name="Guilherme Macario" userId="f7d209c4a899cfcf" providerId="LiveId" clId="{E7C0C36D-A57A-4BDB-8176-047B9E512AC2}" dt="2024-05-19T00:13:09.682" v="1686" actId="478"/>
          <ac:picMkLst>
            <pc:docMk/>
            <pc:sldMk cId="4194041164" sldId="286"/>
            <ac:picMk id="7" creationId="{79121626-A4AB-3B9C-3158-206FA45824F7}"/>
          </ac:picMkLst>
        </pc:picChg>
        <pc:picChg chg="add del mod">
          <ac:chgData name="Guilherme Macario" userId="f7d209c4a899cfcf" providerId="LiveId" clId="{E7C0C36D-A57A-4BDB-8176-047B9E512AC2}" dt="2024-05-19T00:14:21.807" v="1699" actId="478"/>
          <ac:picMkLst>
            <pc:docMk/>
            <pc:sldMk cId="4194041164" sldId="286"/>
            <ac:picMk id="9" creationId="{53B279E7-92CB-F002-7473-27112A7DA116}"/>
          </ac:picMkLst>
        </pc:picChg>
        <pc:picChg chg="add del mod">
          <ac:chgData name="Guilherme Macario" userId="f7d209c4a899cfcf" providerId="LiveId" clId="{E7C0C36D-A57A-4BDB-8176-047B9E512AC2}" dt="2024-05-19T00:14:19.190" v="1698" actId="478"/>
          <ac:picMkLst>
            <pc:docMk/>
            <pc:sldMk cId="4194041164" sldId="286"/>
            <ac:picMk id="11" creationId="{DC8C64D7-93D2-21AA-EE22-895D87C2ED5F}"/>
          </ac:picMkLst>
        </pc:picChg>
        <pc:picChg chg="add del mod ord">
          <ac:chgData name="Guilherme Macario" userId="f7d209c4a899cfcf" providerId="LiveId" clId="{E7C0C36D-A57A-4BDB-8176-047B9E512AC2}" dt="2024-05-19T00:15:16.544" v="1712" actId="22"/>
          <ac:picMkLst>
            <pc:docMk/>
            <pc:sldMk cId="4194041164" sldId="286"/>
            <ac:picMk id="19" creationId="{9BB41A02-415B-F166-D774-16DF17C36DFC}"/>
          </ac:picMkLst>
        </pc:picChg>
        <pc:picChg chg="add mod">
          <ac:chgData name="Guilherme Macario" userId="f7d209c4a899cfcf" providerId="LiveId" clId="{E7C0C36D-A57A-4BDB-8176-047B9E512AC2}" dt="2024-05-19T00:19:51.934" v="1873" actId="1076"/>
          <ac:picMkLst>
            <pc:docMk/>
            <pc:sldMk cId="4194041164" sldId="286"/>
            <ac:picMk id="21" creationId="{058E9084-2386-6D4F-89D6-BED969EE1563}"/>
          </ac:picMkLst>
        </pc:picChg>
        <pc:picChg chg="add mod">
          <ac:chgData name="Guilherme Macario" userId="f7d209c4a899cfcf" providerId="LiveId" clId="{E7C0C36D-A57A-4BDB-8176-047B9E512AC2}" dt="2024-05-19T00:19:54.196" v="1874" actId="1076"/>
          <ac:picMkLst>
            <pc:docMk/>
            <pc:sldMk cId="4194041164" sldId="286"/>
            <ac:picMk id="23" creationId="{5D4E4230-454A-7F50-CF23-F6945FDBECC3}"/>
          </ac:picMkLst>
        </pc:picChg>
      </pc:sldChg>
      <pc:sldChg chg="addSp delSp modSp new mod modClrScheme chgLayout">
        <pc:chgData name="Guilherme Macario" userId="f7d209c4a899cfcf" providerId="LiveId" clId="{E7C0C36D-A57A-4BDB-8176-047B9E512AC2}" dt="2024-05-19T00:38:13.606" v="2372" actId="20577"/>
        <pc:sldMkLst>
          <pc:docMk/>
          <pc:sldMk cId="114280100" sldId="287"/>
        </pc:sldMkLst>
        <pc:spChg chg="del">
          <ac:chgData name="Guilherme Macario" userId="f7d209c4a899cfcf" providerId="LiveId" clId="{E7C0C36D-A57A-4BDB-8176-047B9E512AC2}" dt="2024-05-19T00:29:58.027" v="2028" actId="478"/>
          <ac:spMkLst>
            <pc:docMk/>
            <pc:sldMk cId="114280100" sldId="287"/>
            <ac:spMk id="2" creationId="{A6912F51-2F4B-DF9C-F2FA-EF6214707E0B}"/>
          </ac:spMkLst>
        </pc:spChg>
        <pc:spChg chg="del">
          <ac:chgData name="Guilherme Macario" userId="f7d209c4a899cfcf" providerId="LiveId" clId="{E7C0C36D-A57A-4BDB-8176-047B9E512AC2}" dt="2024-05-19T00:30:00.693" v="2029" actId="478"/>
          <ac:spMkLst>
            <pc:docMk/>
            <pc:sldMk cId="114280100" sldId="287"/>
            <ac:spMk id="3" creationId="{1EA20C69-4855-8A2A-6267-A1F165606C01}"/>
          </ac:spMkLst>
        </pc:spChg>
        <pc:spChg chg="add mod ord">
          <ac:chgData name="Guilherme Macario" userId="f7d209c4a899cfcf" providerId="LiveId" clId="{E7C0C36D-A57A-4BDB-8176-047B9E512AC2}" dt="2024-05-19T00:37:43.237" v="2336" actId="1076"/>
          <ac:spMkLst>
            <pc:docMk/>
            <pc:sldMk cId="114280100" sldId="287"/>
            <ac:spMk id="4" creationId="{1137BF44-9A01-6FBF-0B27-A9ABF66CB73D}"/>
          </ac:spMkLst>
        </pc:spChg>
        <pc:spChg chg="add del mod ord">
          <ac:chgData name="Guilherme Macario" userId="f7d209c4a899cfcf" providerId="LiveId" clId="{E7C0C36D-A57A-4BDB-8176-047B9E512AC2}" dt="2024-05-19T00:30:49.579" v="2069" actId="700"/>
          <ac:spMkLst>
            <pc:docMk/>
            <pc:sldMk cId="114280100" sldId="287"/>
            <ac:spMk id="5" creationId="{6A4CB423-9A7F-EB00-3903-C3DE9AAAF710}"/>
          </ac:spMkLst>
        </pc:spChg>
        <pc:spChg chg="add mod ord">
          <ac:chgData name="Guilherme Macario" userId="f7d209c4a899cfcf" providerId="LiveId" clId="{E7C0C36D-A57A-4BDB-8176-047B9E512AC2}" dt="2024-05-19T00:31:19.712" v="2191" actId="20577"/>
          <ac:spMkLst>
            <pc:docMk/>
            <pc:sldMk cId="114280100" sldId="287"/>
            <ac:spMk id="6" creationId="{D4FC2C15-564E-5E37-DAE8-D0CDA5D170D8}"/>
          </ac:spMkLst>
        </pc:spChg>
        <pc:spChg chg="add mod">
          <ac:chgData name="Guilherme Macario" userId="f7d209c4a899cfcf" providerId="LiveId" clId="{E7C0C36D-A57A-4BDB-8176-047B9E512AC2}" dt="2024-05-19T00:38:13.606" v="2372" actId="20577"/>
          <ac:spMkLst>
            <pc:docMk/>
            <pc:sldMk cId="114280100" sldId="287"/>
            <ac:spMk id="7" creationId="{D2604D71-E964-B18A-1038-841AC73C689C}"/>
          </ac:spMkLst>
        </pc:spChg>
        <pc:picChg chg="add mod">
          <ac:chgData name="Guilherme Macario" userId="f7d209c4a899cfcf" providerId="LiveId" clId="{E7C0C36D-A57A-4BDB-8176-047B9E512AC2}" dt="2024-05-19T00:37:46.610" v="2338" actId="1076"/>
          <ac:picMkLst>
            <pc:docMk/>
            <pc:sldMk cId="114280100" sldId="287"/>
            <ac:picMk id="9" creationId="{949F01DF-7092-4C8A-BD2D-80E509BB5BDF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D25E225-A2F8-4047-89C1-743D0EF46503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BC387189-4C45-444A-BE11-1EB66EBA5CD3}">
      <dgm:prSet phldrT="[Texto]"/>
      <dgm:spPr/>
      <dgm:t>
        <a:bodyPr/>
        <a:lstStyle/>
        <a:p>
          <a:r>
            <a:rPr lang="pt-BR" dirty="0"/>
            <a:t>Analise de dados</a:t>
          </a:r>
        </a:p>
      </dgm:t>
    </dgm:pt>
    <dgm:pt modelId="{123B4677-3011-42D0-923C-E166818AD836}" type="parTrans" cxnId="{749285CE-85FE-453D-A441-9B96514A495C}">
      <dgm:prSet/>
      <dgm:spPr/>
      <dgm:t>
        <a:bodyPr/>
        <a:lstStyle/>
        <a:p>
          <a:endParaRPr lang="pt-BR"/>
        </a:p>
      </dgm:t>
    </dgm:pt>
    <dgm:pt modelId="{2D24348D-ABBF-4ADF-8C0F-006D3D18EA30}" type="sibTrans" cxnId="{749285CE-85FE-453D-A441-9B96514A495C}">
      <dgm:prSet/>
      <dgm:spPr/>
      <dgm:t>
        <a:bodyPr/>
        <a:lstStyle/>
        <a:p>
          <a:endParaRPr lang="pt-BR"/>
        </a:p>
      </dgm:t>
    </dgm:pt>
    <dgm:pt modelId="{E37A6D49-B647-4E4A-B55F-A55E2F00581F}">
      <dgm:prSet phldrT="[Texto]"/>
      <dgm:spPr/>
      <dgm:t>
        <a:bodyPr/>
        <a:lstStyle/>
        <a:p>
          <a:r>
            <a:rPr lang="pt-BR" dirty="0"/>
            <a:t>Eles fazem trabalho manual de CTRL+C e CTRL+V, para passa informações para uma única planilha</a:t>
          </a:r>
        </a:p>
      </dgm:t>
    </dgm:pt>
    <dgm:pt modelId="{302920D5-B5EB-48AC-ABD7-BA46DFE08C3F}" type="parTrans" cxnId="{34B16520-B4D7-4EB1-A258-7F58192F9D5D}">
      <dgm:prSet/>
      <dgm:spPr/>
      <dgm:t>
        <a:bodyPr/>
        <a:lstStyle/>
        <a:p>
          <a:endParaRPr lang="pt-BR"/>
        </a:p>
      </dgm:t>
    </dgm:pt>
    <dgm:pt modelId="{56AF1B23-4F04-44DD-87A6-BBCB8E083582}" type="sibTrans" cxnId="{34B16520-B4D7-4EB1-A258-7F58192F9D5D}">
      <dgm:prSet/>
      <dgm:spPr/>
      <dgm:t>
        <a:bodyPr/>
        <a:lstStyle/>
        <a:p>
          <a:endParaRPr lang="pt-BR"/>
        </a:p>
      </dgm:t>
    </dgm:pt>
    <dgm:pt modelId="{7E1808F3-6645-4255-8B3F-1CCAB375E8FF}">
      <dgm:prSet phldrT="[Texto]"/>
      <dgm:spPr/>
      <dgm:t>
        <a:bodyPr/>
        <a:lstStyle/>
        <a:p>
          <a:r>
            <a:rPr lang="pt-BR" dirty="0"/>
            <a:t>Unificar todas as planilhas criando um banco de dados no SQL</a:t>
          </a:r>
        </a:p>
      </dgm:t>
    </dgm:pt>
    <dgm:pt modelId="{24B21856-93CE-4B48-97CC-0FCF0A99FB9F}" type="parTrans" cxnId="{257F83BB-CB59-4C7F-AA58-6909D68EF9A0}">
      <dgm:prSet/>
      <dgm:spPr/>
      <dgm:t>
        <a:bodyPr/>
        <a:lstStyle/>
        <a:p>
          <a:endParaRPr lang="pt-BR"/>
        </a:p>
      </dgm:t>
    </dgm:pt>
    <dgm:pt modelId="{60FFE63A-1BFA-47A7-9E6A-54C2AA4C8F6D}" type="sibTrans" cxnId="{257F83BB-CB59-4C7F-AA58-6909D68EF9A0}">
      <dgm:prSet/>
      <dgm:spPr/>
      <dgm:t>
        <a:bodyPr/>
        <a:lstStyle/>
        <a:p>
          <a:endParaRPr lang="pt-BR"/>
        </a:p>
      </dgm:t>
    </dgm:pt>
    <dgm:pt modelId="{E6C9F804-7D4E-4408-BA13-479EF3AB0868}">
      <dgm:prSet phldrT="[Texto]"/>
      <dgm:spPr/>
      <dgm:t>
        <a:bodyPr/>
        <a:lstStyle/>
        <a:p>
          <a:r>
            <a:rPr lang="pt-BR" dirty="0"/>
            <a:t>Criar tabelas e coluna no </a:t>
          </a:r>
          <a:r>
            <a:rPr lang="pt-BR" dirty="0" err="1"/>
            <a:t>sql</a:t>
          </a:r>
          <a:r>
            <a:rPr lang="pt-BR" dirty="0"/>
            <a:t> de acordo com o que tem no Excel e usar </a:t>
          </a:r>
          <a:r>
            <a:rPr lang="pt-BR" dirty="0" err="1"/>
            <a:t>inner</a:t>
          </a:r>
          <a:r>
            <a:rPr lang="pt-BR" dirty="0"/>
            <a:t> Join para unificar todas</a:t>
          </a:r>
        </a:p>
      </dgm:t>
    </dgm:pt>
    <dgm:pt modelId="{E674D36F-FC81-48B6-A4D9-2F2BF09FD919}" type="parTrans" cxnId="{6508A0F3-E319-4D03-9CA3-B968B1C99EE7}">
      <dgm:prSet/>
      <dgm:spPr/>
      <dgm:t>
        <a:bodyPr/>
        <a:lstStyle/>
        <a:p>
          <a:endParaRPr lang="pt-BR"/>
        </a:p>
      </dgm:t>
    </dgm:pt>
    <dgm:pt modelId="{35EAB4E3-5729-4DA4-A397-6609E2A84C5D}" type="sibTrans" cxnId="{6508A0F3-E319-4D03-9CA3-B968B1C99EE7}">
      <dgm:prSet/>
      <dgm:spPr/>
      <dgm:t>
        <a:bodyPr/>
        <a:lstStyle/>
        <a:p>
          <a:endParaRPr lang="pt-BR"/>
        </a:p>
      </dgm:t>
    </dgm:pt>
    <dgm:pt modelId="{9A2BEDF1-28DC-455C-B731-E7B17E801522}" type="pres">
      <dgm:prSet presAssocID="{BD25E225-A2F8-4047-89C1-743D0EF46503}" presName="vert0" presStyleCnt="0">
        <dgm:presLayoutVars>
          <dgm:dir/>
          <dgm:animOne val="branch"/>
          <dgm:animLvl val="lvl"/>
        </dgm:presLayoutVars>
      </dgm:prSet>
      <dgm:spPr/>
    </dgm:pt>
    <dgm:pt modelId="{BC03A3CC-88A4-4B7E-B973-418071879D67}" type="pres">
      <dgm:prSet presAssocID="{BC387189-4C45-444A-BE11-1EB66EBA5CD3}" presName="thickLine" presStyleLbl="alignNode1" presStyleIdx="0" presStyleCnt="1"/>
      <dgm:spPr/>
    </dgm:pt>
    <dgm:pt modelId="{EC5C3DF2-5AAC-4A52-97E6-1DE959481DFB}" type="pres">
      <dgm:prSet presAssocID="{BC387189-4C45-444A-BE11-1EB66EBA5CD3}" presName="horz1" presStyleCnt="0"/>
      <dgm:spPr/>
    </dgm:pt>
    <dgm:pt modelId="{2DA56A86-5DF7-45BA-B011-3C6E89D8633F}" type="pres">
      <dgm:prSet presAssocID="{BC387189-4C45-444A-BE11-1EB66EBA5CD3}" presName="tx1" presStyleLbl="revTx" presStyleIdx="0" presStyleCnt="4"/>
      <dgm:spPr/>
    </dgm:pt>
    <dgm:pt modelId="{B7CB8CBB-9CA1-4961-9209-1FCCE8D6FA03}" type="pres">
      <dgm:prSet presAssocID="{BC387189-4C45-444A-BE11-1EB66EBA5CD3}" presName="vert1" presStyleCnt="0"/>
      <dgm:spPr/>
    </dgm:pt>
    <dgm:pt modelId="{6C245482-1A85-4C9D-B254-6571F4F5E18B}" type="pres">
      <dgm:prSet presAssocID="{E37A6D49-B647-4E4A-B55F-A55E2F00581F}" presName="vertSpace2a" presStyleCnt="0"/>
      <dgm:spPr/>
    </dgm:pt>
    <dgm:pt modelId="{3FFDDA5E-C875-475C-B1E6-9A2203A06DBF}" type="pres">
      <dgm:prSet presAssocID="{E37A6D49-B647-4E4A-B55F-A55E2F00581F}" presName="horz2" presStyleCnt="0"/>
      <dgm:spPr/>
    </dgm:pt>
    <dgm:pt modelId="{8CF0002D-3CB8-45A7-B6B3-F3E4BF175F27}" type="pres">
      <dgm:prSet presAssocID="{E37A6D49-B647-4E4A-B55F-A55E2F00581F}" presName="horzSpace2" presStyleCnt="0"/>
      <dgm:spPr/>
    </dgm:pt>
    <dgm:pt modelId="{3B3066F3-9705-4D55-9561-82809AB0CEB3}" type="pres">
      <dgm:prSet presAssocID="{E37A6D49-B647-4E4A-B55F-A55E2F00581F}" presName="tx2" presStyleLbl="revTx" presStyleIdx="1" presStyleCnt="4"/>
      <dgm:spPr/>
    </dgm:pt>
    <dgm:pt modelId="{6108C1D6-C80A-406A-9FB9-376E64C2D0A5}" type="pres">
      <dgm:prSet presAssocID="{E37A6D49-B647-4E4A-B55F-A55E2F00581F}" presName="vert2" presStyleCnt="0"/>
      <dgm:spPr/>
    </dgm:pt>
    <dgm:pt modelId="{B00F53C8-DE69-406A-AF8D-B29DA52A56D7}" type="pres">
      <dgm:prSet presAssocID="{E37A6D49-B647-4E4A-B55F-A55E2F00581F}" presName="thinLine2b" presStyleLbl="callout" presStyleIdx="0" presStyleCnt="3"/>
      <dgm:spPr/>
    </dgm:pt>
    <dgm:pt modelId="{22911860-B86E-4C1E-811B-875725E99A0C}" type="pres">
      <dgm:prSet presAssocID="{E37A6D49-B647-4E4A-B55F-A55E2F00581F}" presName="vertSpace2b" presStyleCnt="0"/>
      <dgm:spPr/>
    </dgm:pt>
    <dgm:pt modelId="{9A66C3D8-65E4-4FFF-84C4-F42217EA9F98}" type="pres">
      <dgm:prSet presAssocID="{7E1808F3-6645-4255-8B3F-1CCAB375E8FF}" presName="horz2" presStyleCnt="0"/>
      <dgm:spPr/>
    </dgm:pt>
    <dgm:pt modelId="{6F2269FB-7158-4B5A-8F98-225423F9F51C}" type="pres">
      <dgm:prSet presAssocID="{7E1808F3-6645-4255-8B3F-1CCAB375E8FF}" presName="horzSpace2" presStyleCnt="0"/>
      <dgm:spPr/>
    </dgm:pt>
    <dgm:pt modelId="{355C236E-631C-42F6-A028-AA16852DAB30}" type="pres">
      <dgm:prSet presAssocID="{7E1808F3-6645-4255-8B3F-1CCAB375E8FF}" presName="tx2" presStyleLbl="revTx" presStyleIdx="2" presStyleCnt="4"/>
      <dgm:spPr/>
    </dgm:pt>
    <dgm:pt modelId="{59AB0E19-2FF0-4638-8F67-C7933F2128D1}" type="pres">
      <dgm:prSet presAssocID="{7E1808F3-6645-4255-8B3F-1CCAB375E8FF}" presName="vert2" presStyleCnt="0"/>
      <dgm:spPr/>
    </dgm:pt>
    <dgm:pt modelId="{966068DA-72F4-4E1F-97A9-ACBEA244EEC3}" type="pres">
      <dgm:prSet presAssocID="{7E1808F3-6645-4255-8B3F-1CCAB375E8FF}" presName="thinLine2b" presStyleLbl="callout" presStyleIdx="1" presStyleCnt="3"/>
      <dgm:spPr/>
    </dgm:pt>
    <dgm:pt modelId="{EA895436-531E-4273-9A07-29E795244250}" type="pres">
      <dgm:prSet presAssocID="{7E1808F3-6645-4255-8B3F-1CCAB375E8FF}" presName="vertSpace2b" presStyleCnt="0"/>
      <dgm:spPr/>
    </dgm:pt>
    <dgm:pt modelId="{EB414B29-4140-40C7-BA8A-D7C78C380AE6}" type="pres">
      <dgm:prSet presAssocID="{E6C9F804-7D4E-4408-BA13-479EF3AB0868}" presName="horz2" presStyleCnt="0"/>
      <dgm:spPr/>
    </dgm:pt>
    <dgm:pt modelId="{0399EE76-9574-4C74-A56D-1F5FC7000BB9}" type="pres">
      <dgm:prSet presAssocID="{E6C9F804-7D4E-4408-BA13-479EF3AB0868}" presName="horzSpace2" presStyleCnt="0"/>
      <dgm:spPr/>
    </dgm:pt>
    <dgm:pt modelId="{7A6588A4-4969-4F1B-9259-9F4C07FAB761}" type="pres">
      <dgm:prSet presAssocID="{E6C9F804-7D4E-4408-BA13-479EF3AB0868}" presName="tx2" presStyleLbl="revTx" presStyleIdx="3" presStyleCnt="4"/>
      <dgm:spPr/>
    </dgm:pt>
    <dgm:pt modelId="{6123A8C4-0EDF-4587-8CFF-94CEA95EF80F}" type="pres">
      <dgm:prSet presAssocID="{E6C9F804-7D4E-4408-BA13-479EF3AB0868}" presName="vert2" presStyleCnt="0"/>
      <dgm:spPr/>
    </dgm:pt>
    <dgm:pt modelId="{5419EFEC-7F9C-4F0C-8D1E-D5D68F4DCBCF}" type="pres">
      <dgm:prSet presAssocID="{E6C9F804-7D4E-4408-BA13-479EF3AB0868}" presName="thinLine2b" presStyleLbl="callout" presStyleIdx="2" presStyleCnt="3"/>
      <dgm:spPr/>
    </dgm:pt>
    <dgm:pt modelId="{E5AFA1DA-3304-4297-8F11-BE055F516029}" type="pres">
      <dgm:prSet presAssocID="{E6C9F804-7D4E-4408-BA13-479EF3AB0868}" presName="vertSpace2b" presStyleCnt="0"/>
      <dgm:spPr/>
    </dgm:pt>
  </dgm:ptLst>
  <dgm:cxnLst>
    <dgm:cxn modelId="{BE631B1B-CD14-4276-95BE-E0D82E093F5E}" type="presOf" srcId="{7E1808F3-6645-4255-8B3F-1CCAB375E8FF}" destId="{355C236E-631C-42F6-A028-AA16852DAB30}" srcOrd="0" destOrd="0" presId="urn:microsoft.com/office/officeart/2008/layout/LinedList"/>
    <dgm:cxn modelId="{34B16520-B4D7-4EB1-A258-7F58192F9D5D}" srcId="{BC387189-4C45-444A-BE11-1EB66EBA5CD3}" destId="{E37A6D49-B647-4E4A-B55F-A55E2F00581F}" srcOrd="0" destOrd="0" parTransId="{302920D5-B5EB-48AC-ABD7-BA46DFE08C3F}" sibTransId="{56AF1B23-4F04-44DD-87A6-BBCB8E083582}"/>
    <dgm:cxn modelId="{61B1E875-B995-40EB-817A-1FAC4CE3C36B}" type="presOf" srcId="{E6C9F804-7D4E-4408-BA13-479EF3AB0868}" destId="{7A6588A4-4969-4F1B-9259-9F4C07FAB761}" srcOrd="0" destOrd="0" presId="urn:microsoft.com/office/officeart/2008/layout/LinedList"/>
    <dgm:cxn modelId="{FF4BDAB1-45F4-4118-B962-595499713E1B}" type="presOf" srcId="{BD25E225-A2F8-4047-89C1-743D0EF46503}" destId="{9A2BEDF1-28DC-455C-B731-E7B17E801522}" srcOrd="0" destOrd="0" presId="urn:microsoft.com/office/officeart/2008/layout/LinedList"/>
    <dgm:cxn modelId="{257F83BB-CB59-4C7F-AA58-6909D68EF9A0}" srcId="{BC387189-4C45-444A-BE11-1EB66EBA5CD3}" destId="{7E1808F3-6645-4255-8B3F-1CCAB375E8FF}" srcOrd="1" destOrd="0" parTransId="{24B21856-93CE-4B48-97CC-0FCF0A99FB9F}" sibTransId="{60FFE63A-1BFA-47A7-9E6A-54C2AA4C8F6D}"/>
    <dgm:cxn modelId="{749285CE-85FE-453D-A441-9B96514A495C}" srcId="{BD25E225-A2F8-4047-89C1-743D0EF46503}" destId="{BC387189-4C45-444A-BE11-1EB66EBA5CD3}" srcOrd="0" destOrd="0" parTransId="{123B4677-3011-42D0-923C-E166818AD836}" sibTransId="{2D24348D-ABBF-4ADF-8C0F-006D3D18EA30}"/>
    <dgm:cxn modelId="{79B7CFD3-A062-4CF4-9E7F-1C045576F53B}" type="presOf" srcId="{E37A6D49-B647-4E4A-B55F-A55E2F00581F}" destId="{3B3066F3-9705-4D55-9561-82809AB0CEB3}" srcOrd="0" destOrd="0" presId="urn:microsoft.com/office/officeart/2008/layout/LinedList"/>
    <dgm:cxn modelId="{5052E5E5-243E-472B-91C2-F725689D2D71}" type="presOf" srcId="{BC387189-4C45-444A-BE11-1EB66EBA5CD3}" destId="{2DA56A86-5DF7-45BA-B011-3C6E89D8633F}" srcOrd="0" destOrd="0" presId="urn:microsoft.com/office/officeart/2008/layout/LinedList"/>
    <dgm:cxn modelId="{6508A0F3-E319-4D03-9CA3-B968B1C99EE7}" srcId="{BC387189-4C45-444A-BE11-1EB66EBA5CD3}" destId="{E6C9F804-7D4E-4408-BA13-479EF3AB0868}" srcOrd="2" destOrd="0" parTransId="{E674D36F-FC81-48B6-A4D9-2F2BF09FD919}" sibTransId="{35EAB4E3-5729-4DA4-A397-6609E2A84C5D}"/>
    <dgm:cxn modelId="{F4A70D67-D84B-4F75-9A6A-4BEF391E3B2F}" type="presParOf" srcId="{9A2BEDF1-28DC-455C-B731-E7B17E801522}" destId="{BC03A3CC-88A4-4B7E-B973-418071879D67}" srcOrd="0" destOrd="0" presId="urn:microsoft.com/office/officeart/2008/layout/LinedList"/>
    <dgm:cxn modelId="{46FD712A-A5C8-4438-AD40-6D112FF0639F}" type="presParOf" srcId="{9A2BEDF1-28DC-455C-B731-E7B17E801522}" destId="{EC5C3DF2-5AAC-4A52-97E6-1DE959481DFB}" srcOrd="1" destOrd="0" presId="urn:microsoft.com/office/officeart/2008/layout/LinedList"/>
    <dgm:cxn modelId="{9FA5FBAC-BBA8-4C6C-8436-45C77C00CD76}" type="presParOf" srcId="{EC5C3DF2-5AAC-4A52-97E6-1DE959481DFB}" destId="{2DA56A86-5DF7-45BA-B011-3C6E89D8633F}" srcOrd="0" destOrd="0" presId="urn:microsoft.com/office/officeart/2008/layout/LinedList"/>
    <dgm:cxn modelId="{0E2B0897-3256-47E5-9D9B-A410A75A97D5}" type="presParOf" srcId="{EC5C3DF2-5AAC-4A52-97E6-1DE959481DFB}" destId="{B7CB8CBB-9CA1-4961-9209-1FCCE8D6FA03}" srcOrd="1" destOrd="0" presId="urn:microsoft.com/office/officeart/2008/layout/LinedList"/>
    <dgm:cxn modelId="{3F83357A-1878-4014-9AB8-8E7590100E02}" type="presParOf" srcId="{B7CB8CBB-9CA1-4961-9209-1FCCE8D6FA03}" destId="{6C245482-1A85-4C9D-B254-6571F4F5E18B}" srcOrd="0" destOrd="0" presId="urn:microsoft.com/office/officeart/2008/layout/LinedList"/>
    <dgm:cxn modelId="{4D9BA75D-FEDD-48EE-9DF1-CA74E0198D35}" type="presParOf" srcId="{B7CB8CBB-9CA1-4961-9209-1FCCE8D6FA03}" destId="{3FFDDA5E-C875-475C-B1E6-9A2203A06DBF}" srcOrd="1" destOrd="0" presId="urn:microsoft.com/office/officeart/2008/layout/LinedList"/>
    <dgm:cxn modelId="{D71385FE-1DD5-42A5-A828-D2326E70301E}" type="presParOf" srcId="{3FFDDA5E-C875-475C-B1E6-9A2203A06DBF}" destId="{8CF0002D-3CB8-45A7-B6B3-F3E4BF175F27}" srcOrd="0" destOrd="0" presId="urn:microsoft.com/office/officeart/2008/layout/LinedList"/>
    <dgm:cxn modelId="{7DA8E412-BAE6-486F-9451-509D95271B35}" type="presParOf" srcId="{3FFDDA5E-C875-475C-B1E6-9A2203A06DBF}" destId="{3B3066F3-9705-4D55-9561-82809AB0CEB3}" srcOrd="1" destOrd="0" presId="urn:microsoft.com/office/officeart/2008/layout/LinedList"/>
    <dgm:cxn modelId="{38BBB221-AA15-4616-8039-D5E493A86ACF}" type="presParOf" srcId="{3FFDDA5E-C875-475C-B1E6-9A2203A06DBF}" destId="{6108C1D6-C80A-406A-9FB9-376E64C2D0A5}" srcOrd="2" destOrd="0" presId="urn:microsoft.com/office/officeart/2008/layout/LinedList"/>
    <dgm:cxn modelId="{21E5021F-FF1C-4513-80A1-31673C2068A7}" type="presParOf" srcId="{B7CB8CBB-9CA1-4961-9209-1FCCE8D6FA03}" destId="{B00F53C8-DE69-406A-AF8D-B29DA52A56D7}" srcOrd="2" destOrd="0" presId="urn:microsoft.com/office/officeart/2008/layout/LinedList"/>
    <dgm:cxn modelId="{542073B0-EDD8-4910-8047-45BAF89B2EE1}" type="presParOf" srcId="{B7CB8CBB-9CA1-4961-9209-1FCCE8D6FA03}" destId="{22911860-B86E-4C1E-811B-875725E99A0C}" srcOrd="3" destOrd="0" presId="urn:microsoft.com/office/officeart/2008/layout/LinedList"/>
    <dgm:cxn modelId="{6927BA69-9055-42A4-A3A1-3DF28F615E89}" type="presParOf" srcId="{B7CB8CBB-9CA1-4961-9209-1FCCE8D6FA03}" destId="{9A66C3D8-65E4-4FFF-84C4-F42217EA9F98}" srcOrd="4" destOrd="0" presId="urn:microsoft.com/office/officeart/2008/layout/LinedList"/>
    <dgm:cxn modelId="{FA696AC3-8BA4-4498-AC49-C47A9DCE9CBA}" type="presParOf" srcId="{9A66C3D8-65E4-4FFF-84C4-F42217EA9F98}" destId="{6F2269FB-7158-4B5A-8F98-225423F9F51C}" srcOrd="0" destOrd="0" presId="urn:microsoft.com/office/officeart/2008/layout/LinedList"/>
    <dgm:cxn modelId="{C6728A40-A3CF-4D41-99AD-398461780FFD}" type="presParOf" srcId="{9A66C3D8-65E4-4FFF-84C4-F42217EA9F98}" destId="{355C236E-631C-42F6-A028-AA16852DAB30}" srcOrd="1" destOrd="0" presId="urn:microsoft.com/office/officeart/2008/layout/LinedList"/>
    <dgm:cxn modelId="{3F85FE08-3A51-492C-A87E-B8F940C2D726}" type="presParOf" srcId="{9A66C3D8-65E4-4FFF-84C4-F42217EA9F98}" destId="{59AB0E19-2FF0-4638-8F67-C7933F2128D1}" srcOrd="2" destOrd="0" presId="urn:microsoft.com/office/officeart/2008/layout/LinedList"/>
    <dgm:cxn modelId="{4C36C6A5-9438-4FFA-B758-BD73A1147B84}" type="presParOf" srcId="{B7CB8CBB-9CA1-4961-9209-1FCCE8D6FA03}" destId="{966068DA-72F4-4E1F-97A9-ACBEA244EEC3}" srcOrd="5" destOrd="0" presId="urn:microsoft.com/office/officeart/2008/layout/LinedList"/>
    <dgm:cxn modelId="{86AD1AF2-872D-4B49-A78D-46FABAF93211}" type="presParOf" srcId="{B7CB8CBB-9CA1-4961-9209-1FCCE8D6FA03}" destId="{EA895436-531E-4273-9A07-29E795244250}" srcOrd="6" destOrd="0" presId="urn:microsoft.com/office/officeart/2008/layout/LinedList"/>
    <dgm:cxn modelId="{477B8184-E194-473B-9205-208EAC57F98E}" type="presParOf" srcId="{B7CB8CBB-9CA1-4961-9209-1FCCE8D6FA03}" destId="{EB414B29-4140-40C7-BA8A-D7C78C380AE6}" srcOrd="7" destOrd="0" presId="urn:microsoft.com/office/officeart/2008/layout/LinedList"/>
    <dgm:cxn modelId="{B118A00D-0C78-4D11-B2FF-8CB9D5461102}" type="presParOf" srcId="{EB414B29-4140-40C7-BA8A-D7C78C380AE6}" destId="{0399EE76-9574-4C74-A56D-1F5FC7000BB9}" srcOrd="0" destOrd="0" presId="urn:microsoft.com/office/officeart/2008/layout/LinedList"/>
    <dgm:cxn modelId="{105B70B3-0371-4407-9B34-6A8016F11EEA}" type="presParOf" srcId="{EB414B29-4140-40C7-BA8A-D7C78C380AE6}" destId="{7A6588A4-4969-4F1B-9259-9F4C07FAB761}" srcOrd="1" destOrd="0" presId="urn:microsoft.com/office/officeart/2008/layout/LinedList"/>
    <dgm:cxn modelId="{31BA11A5-A20E-4491-A999-A6C6DC64B7C3}" type="presParOf" srcId="{EB414B29-4140-40C7-BA8A-D7C78C380AE6}" destId="{6123A8C4-0EDF-4587-8CFF-94CEA95EF80F}" srcOrd="2" destOrd="0" presId="urn:microsoft.com/office/officeart/2008/layout/LinedList"/>
    <dgm:cxn modelId="{B204BD93-0AFD-4742-A8FE-5186E7A45580}" type="presParOf" srcId="{B7CB8CBB-9CA1-4961-9209-1FCCE8D6FA03}" destId="{5419EFEC-7F9C-4F0C-8D1E-D5D68F4DCBCF}" srcOrd="8" destOrd="0" presId="urn:microsoft.com/office/officeart/2008/layout/LinedList"/>
    <dgm:cxn modelId="{C9D9A4E2-50B7-41FA-A6CA-246415D09AA9}" type="presParOf" srcId="{B7CB8CBB-9CA1-4961-9209-1FCCE8D6FA03}" destId="{E5AFA1DA-3304-4297-8F11-BE055F516029}" srcOrd="9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D25E225-A2F8-4047-89C1-743D0EF46503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BC387189-4C45-444A-BE11-1EB66EBA5CD3}">
      <dgm:prSet phldrT="[Texto]"/>
      <dgm:spPr/>
      <dgm:t>
        <a:bodyPr/>
        <a:lstStyle/>
        <a:p>
          <a:r>
            <a:rPr lang="pt-BR" dirty="0"/>
            <a:t>Controle de mochilas e Periféricos</a:t>
          </a:r>
        </a:p>
      </dgm:t>
    </dgm:pt>
    <dgm:pt modelId="{123B4677-3011-42D0-923C-E166818AD836}" type="parTrans" cxnId="{749285CE-85FE-453D-A441-9B96514A495C}">
      <dgm:prSet/>
      <dgm:spPr/>
      <dgm:t>
        <a:bodyPr/>
        <a:lstStyle/>
        <a:p>
          <a:endParaRPr lang="pt-BR"/>
        </a:p>
      </dgm:t>
    </dgm:pt>
    <dgm:pt modelId="{2D24348D-ABBF-4ADF-8C0F-006D3D18EA30}" type="sibTrans" cxnId="{749285CE-85FE-453D-A441-9B96514A495C}">
      <dgm:prSet/>
      <dgm:spPr/>
      <dgm:t>
        <a:bodyPr/>
        <a:lstStyle/>
        <a:p>
          <a:endParaRPr lang="pt-BR"/>
        </a:p>
      </dgm:t>
    </dgm:pt>
    <dgm:pt modelId="{E37A6D49-B647-4E4A-B55F-A55E2F00581F}">
      <dgm:prSet phldrT="[Texto]"/>
      <dgm:spPr/>
      <dgm:t>
        <a:bodyPr/>
        <a:lstStyle/>
        <a:p>
          <a:r>
            <a:rPr lang="pt-BR" dirty="0"/>
            <a:t>Eles fazem trabalho manual de CTRL+C e CTRL+V, para passa informações para uma única planilha</a:t>
          </a:r>
        </a:p>
      </dgm:t>
    </dgm:pt>
    <dgm:pt modelId="{302920D5-B5EB-48AC-ABD7-BA46DFE08C3F}" type="parTrans" cxnId="{34B16520-B4D7-4EB1-A258-7F58192F9D5D}">
      <dgm:prSet/>
      <dgm:spPr/>
      <dgm:t>
        <a:bodyPr/>
        <a:lstStyle/>
        <a:p>
          <a:endParaRPr lang="pt-BR"/>
        </a:p>
      </dgm:t>
    </dgm:pt>
    <dgm:pt modelId="{56AF1B23-4F04-44DD-87A6-BBCB8E083582}" type="sibTrans" cxnId="{34B16520-B4D7-4EB1-A258-7F58192F9D5D}">
      <dgm:prSet/>
      <dgm:spPr/>
      <dgm:t>
        <a:bodyPr/>
        <a:lstStyle/>
        <a:p>
          <a:endParaRPr lang="pt-BR"/>
        </a:p>
      </dgm:t>
    </dgm:pt>
    <dgm:pt modelId="{7E1808F3-6645-4255-8B3F-1CCAB375E8FF}">
      <dgm:prSet phldrT="[Texto]"/>
      <dgm:spPr/>
      <dgm:t>
        <a:bodyPr/>
        <a:lstStyle/>
        <a:p>
          <a:r>
            <a:rPr lang="pt-BR" dirty="0"/>
            <a:t>Unificar todas as planilhas criando um banco de dados no SQL</a:t>
          </a:r>
        </a:p>
      </dgm:t>
    </dgm:pt>
    <dgm:pt modelId="{24B21856-93CE-4B48-97CC-0FCF0A99FB9F}" type="parTrans" cxnId="{257F83BB-CB59-4C7F-AA58-6909D68EF9A0}">
      <dgm:prSet/>
      <dgm:spPr/>
      <dgm:t>
        <a:bodyPr/>
        <a:lstStyle/>
        <a:p>
          <a:endParaRPr lang="pt-BR"/>
        </a:p>
      </dgm:t>
    </dgm:pt>
    <dgm:pt modelId="{60FFE63A-1BFA-47A7-9E6A-54C2AA4C8F6D}" type="sibTrans" cxnId="{257F83BB-CB59-4C7F-AA58-6909D68EF9A0}">
      <dgm:prSet/>
      <dgm:spPr/>
      <dgm:t>
        <a:bodyPr/>
        <a:lstStyle/>
        <a:p>
          <a:endParaRPr lang="pt-BR"/>
        </a:p>
      </dgm:t>
    </dgm:pt>
    <dgm:pt modelId="{E6C9F804-7D4E-4408-BA13-479EF3AB0868}">
      <dgm:prSet phldrT="[Texto]"/>
      <dgm:spPr/>
      <dgm:t>
        <a:bodyPr/>
        <a:lstStyle/>
        <a:p>
          <a:r>
            <a:rPr lang="pt-BR" dirty="0"/>
            <a:t>Criar tabelas e coluna no </a:t>
          </a:r>
          <a:r>
            <a:rPr lang="pt-BR" dirty="0" err="1"/>
            <a:t>sql</a:t>
          </a:r>
          <a:r>
            <a:rPr lang="pt-BR" dirty="0"/>
            <a:t> de acordo com o que tem no Excel e usar </a:t>
          </a:r>
          <a:r>
            <a:rPr lang="pt-BR" dirty="0" err="1"/>
            <a:t>inner</a:t>
          </a:r>
          <a:r>
            <a:rPr lang="pt-BR" dirty="0"/>
            <a:t> Join para unificar todas</a:t>
          </a:r>
        </a:p>
      </dgm:t>
    </dgm:pt>
    <dgm:pt modelId="{E674D36F-FC81-48B6-A4D9-2F2BF09FD919}" type="parTrans" cxnId="{6508A0F3-E319-4D03-9CA3-B968B1C99EE7}">
      <dgm:prSet/>
      <dgm:spPr/>
      <dgm:t>
        <a:bodyPr/>
        <a:lstStyle/>
        <a:p>
          <a:endParaRPr lang="pt-BR"/>
        </a:p>
      </dgm:t>
    </dgm:pt>
    <dgm:pt modelId="{35EAB4E3-5729-4DA4-A397-6609E2A84C5D}" type="sibTrans" cxnId="{6508A0F3-E319-4D03-9CA3-B968B1C99EE7}">
      <dgm:prSet/>
      <dgm:spPr/>
      <dgm:t>
        <a:bodyPr/>
        <a:lstStyle/>
        <a:p>
          <a:endParaRPr lang="pt-BR"/>
        </a:p>
      </dgm:t>
    </dgm:pt>
    <dgm:pt modelId="{9A2BEDF1-28DC-455C-B731-E7B17E801522}" type="pres">
      <dgm:prSet presAssocID="{BD25E225-A2F8-4047-89C1-743D0EF46503}" presName="vert0" presStyleCnt="0">
        <dgm:presLayoutVars>
          <dgm:dir/>
          <dgm:animOne val="branch"/>
          <dgm:animLvl val="lvl"/>
        </dgm:presLayoutVars>
      </dgm:prSet>
      <dgm:spPr/>
    </dgm:pt>
    <dgm:pt modelId="{BC03A3CC-88A4-4B7E-B973-418071879D67}" type="pres">
      <dgm:prSet presAssocID="{BC387189-4C45-444A-BE11-1EB66EBA5CD3}" presName="thickLine" presStyleLbl="alignNode1" presStyleIdx="0" presStyleCnt="1"/>
      <dgm:spPr/>
    </dgm:pt>
    <dgm:pt modelId="{EC5C3DF2-5AAC-4A52-97E6-1DE959481DFB}" type="pres">
      <dgm:prSet presAssocID="{BC387189-4C45-444A-BE11-1EB66EBA5CD3}" presName="horz1" presStyleCnt="0"/>
      <dgm:spPr/>
    </dgm:pt>
    <dgm:pt modelId="{2DA56A86-5DF7-45BA-B011-3C6E89D8633F}" type="pres">
      <dgm:prSet presAssocID="{BC387189-4C45-444A-BE11-1EB66EBA5CD3}" presName="tx1" presStyleLbl="revTx" presStyleIdx="0" presStyleCnt="4"/>
      <dgm:spPr/>
    </dgm:pt>
    <dgm:pt modelId="{B7CB8CBB-9CA1-4961-9209-1FCCE8D6FA03}" type="pres">
      <dgm:prSet presAssocID="{BC387189-4C45-444A-BE11-1EB66EBA5CD3}" presName="vert1" presStyleCnt="0"/>
      <dgm:spPr/>
    </dgm:pt>
    <dgm:pt modelId="{6C245482-1A85-4C9D-B254-6571F4F5E18B}" type="pres">
      <dgm:prSet presAssocID="{E37A6D49-B647-4E4A-B55F-A55E2F00581F}" presName="vertSpace2a" presStyleCnt="0"/>
      <dgm:spPr/>
    </dgm:pt>
    <dgm:pt modelId="{3FFDDA5E-C875-475C-B1E6-9A2203A06DBF}" type="pres">
      <dgm:prSet presAssocID="{E37A6D49-B647-4E4A-B55F-A55E2F00581F}" presName="horz2" presStyleCnt="0"/>
      <dgm:spPr/>
    </dgm:pt>
    <dgm:pt modelId="{8CF0002D-3CB8-45A7-B6B3-F3E4BF175F27}" type="pres">
      <dgm:prSet presAssocID="{E37A6D49-B647-4E4A-B55F-A55E2F00581F}" presName="horzSpace2" presStyleCnt="0"/>
      <dgm:spPr/>
    </dgm:pt>
    <dgm:pt modelId="{3B3066F3-9705-4D55-9561-82809AB0CEB3}" type="pres">
      <dgm:prSet presAssocID="{E37A6D49-B647-4E4A-B55F-A55E2F00581F}" presName="tx2" presStyleLbl="revTx" presStyleIdx="1" presStyleCnt="4"/>
      <dgm:spPr/>
    </dgm:pt>
    <dgm:pt modelId="{6108C1D6-C80A-406A-9FB9-376E64C2D0A5}" type="pres">
      <dgm:prSet presAssocID="{E37A6D49-B647-4E4A-B55F-A55E2F00581F}" presName="vert2" presStyleCnt="0"/>
      <dgm:spPr/>
    </dgm:pt>
    <dgm:pt modelId="{B00F53C8-DE69-406A-AF8D-B29DA52A56D7}" type="pres">
      <dgm:prSet presAssocID="{E37A6D49-B647-4E4A-B55F-A55E2F00581F}" presName="thinLine2b" presStyleLbl="callout" presStyleIdx="0" presStyleCnt="3"/>
      <dgm:spPr/>
    </dgm:pt>
    <dgm:pt modelId="{22911860-B86E-4C1E-811B-875725E99A0C}" type="pres">
      <dgm:prSet presAssocID="{E37A6D49-B647-4E4A-B55F-A55E2F00581F}" presName="vertSpace2b" presStyleCnt="0"/>
      <dgm:spPr/>
    </dgm:pt>
    <dgm:pt modelId="{9A66C3D8-65E4-4FFF-84C4-F42217EA9F98}" type="pres">
      <dgm:prSet presAssocID="{7E1808F3-6645-4255-8B3F-1CCAB375E8FF}" presName="horz2" presStyleCnt="0"/>
      <dgm:spPr/>
    </dgm:pt>
    <dgm:pt modelId="{6F2269FB-7158-4B5A-8F98-225423F9F51C}" type="pres">
      <dgm:prSet presAssocID="{7E1808F3-6645-4255-8B3F-1CCAB375E8FF}" presName="horzSpace2" presStyleCnt="0"/>
      <dgm:spPr/>
    </dgm:pt>
    <dgm:pt modelId="{355C236E-631C-42F6-A028-AA16852DAB30}" type="pres">
      <dgm:prSet presAssocID="{7E1808F3-6645-4255-8B3F-1CCAB375E8FF}" presName="tx2" presStyleLbl="revTx" presStyleIdx="2" presStyleCnt="4"/>
      <dgm:spPr/>
    </dgm:pt>
    <dgm:pt modelId="{59AB0E19-2FF0-4638-8F67-C7933F2128D1}" type="pres">
      <dgm:prSet presAssocID="{7E1808F3-6645-4255-8B3F-1CCAB375E8FF}" presName="vert2" presStyleCnt="0"/>
      <dgm:spPr/>
    </dgm:pt>
    <dgm:pt modelId="{966068DA-72F4-4E1F-97A9-ACBEA244EEC3}" type="pres">
      <dgm:prSet presAssocID="{7E1808F3-6645-4255-8B3F-1CCAB375E8FF}" presName="thinLine2b" presStyleLbl="callout" presStyleIdx="1" presStyleCnt="3"/>
      <dgm:spPr/>
    </dgm:pt>
    <dgm:pt modelId="{EA895436-531E-4273-9A07-29E795244250}" type="pres">
      <dgm:prSet presAssocID="{7E1808F3-6645-4255-8B3F-1CCAB375E8FF}" presName="vertSpace2b" presStyleCnt="0"/>
      <dgm:spPr/>
    </dgm:pt>
    <dgm:pt modelId="{EB414B29-4140-40C7-BA8A-D7C78C380AE6}" type="pres">
      <dgm:prSet presAssocID="{E6C9F804-7D4E-4408-BA13-479EF3AB0868}" presName="horz2" presStyleCnt="0"/>
      <dgm:spPr/>
    </dgm:pt>
    <dgm:pt modelId="{0399EE76-9574-4C74-A56D-1F5FC7000BB9}" type="pres">
      <dgm:prSet presAssocID="{E6C9F804-7D4E-4408-BA13-479EF3AB0868}" presName="horzSpace2" presStyleCnt="0"/>
      <dgm:spPr/>
    </dgm:pt>
    <dgm:pt modelId="{7A6588A4-4969-4F1B-9259-9F4C07FAB761}" type="pres">
      <dgm:prSet presAssocID="{E6C9F804-7D4E-4408-BA13-479EF3AB0868}" presName="tx2" presStyleLbl="revTx" presStyleIdx="3" presStyleCnt="4"/>
      <dgm:spPr/>
    </dgm:pt>
    <dgm:pt modelId="{6123A8C4-0EDF-4587-8CFF-94CEA95EF80F}" type="pres">
      <dgm:prSet presAssocID="{E6C9F804-7D4E-4408-BA13-479EF3AB0868}" presName="vert2" presStyleCnt="0"/>
      <dgm:spPr/>
    </dgm:pt>
    <dgm:pt modelId="{5419EFEC-7F9C-4F0C-8D1E-D5D68F4DCBCF}" type="pres">
      <dgm:prSet presAssocID="{E6C9F804-7D4E-4408-BA13-479EF3AB0868}" presName="thinLine2b" presStyleLbl="callout" presStyleIdx="2" presStyleCnt="3"/>
      <dgm:spPr/>
    </dgm:pt>
    <dgm:pt modelId="{E5AFA1DA-3304-4297-8F11-BE055F516029}" type="pres">
      <dgm:prSet presAssocID="{E6C9F804-7D4E-4408-BA13-479EF3AB0868}" presName="vertSpace2b" presStyleCnt="0"/>
      <dgm:spPr/>
    </dgm:pt>
  </dgm:ptLst>
  <dgm:cxnLst>
    <dgm:cxn modelId="{BE631B1B-CD14-4276-95BE-E0D82E093F5E}" type="presOf" srcId="{7E1808F3-6645-4255-8B3F-1CCAB375E8FF}" destId="{355C236E-631C-42F6-A028-AA16852DAB30}" srcOrd="0" destOrd="0" presId="urn:microsoft.com/office/officeart/2008/layout/LinedList"/>
    <dgm:cxn modelId="{34B16520-B4D7-4EB1-A258-7F58192F9D5D}" srcId="{BC387189-4C45-444A-BE11-1EB66EBA5CD3}" destId="{E37A6D49-B647-4E4A-B55F-A55E2F00581F}" srcOrd="0" destOrd="0" parTransId="{302920D5-B5EB-48AC-ABD7-BA46DFE08C3F}" sibTransId="{56AF1B23-4F04-44DD-87A6-BBCB8E083582}"/>
    <dgm:cxn modelId="{61B1E875-B995-40EB-817A-1FAC4CE3C36B}" type="presOf" srcId="{E6C9F804-7D4E-4408-BA13-479EF3AB0868}" destId="{7A6588A4-4969-4F1B-9259-9F4C07FAB761}" srcOrd="0" destOrd="0" presId="urn:microsoft.com/office/officeart/2008/layout/LinedList"/>
    <dgm:cxn modelId="{FF4BDAB1-45F4-4118-B962-595499713E1B}" type="presOf" srcId="{BD25E225-A2F8-4047-89C1-743D0EF46503}" destId="{9A2BEDF1-28DC-455C-B731-E7B17E801522}" srcOrd="0" destOrd="0" presId="urn:microsoft.com/office/officeart/2008/layout/LinedList"/>
    <dgm:cxn modelId="{257F83BB-CB59-4C7F-AA58-6909D68EF9A0}" srcId="{BC387189-4C45-444A-BE11-1EB66EBA5CD3}" destId="{7E1808F3-6645-4255-8B3F-1CCAB375E8FF}" srcOrd="1" destOrd="0" parTransId="{24B21856-93CE-4B48-97CC-0FCF0A99FB9F}" sibTransId="{60FFE63A-1BFA-47A7-9E6A-54C2AA4C8F6D}"/>
    <dgm:cxn modelId="{749285CE-85FE-453D-A441-9B96514A495C}" srcId="{BD25E225-A2F8-4047-89C1-743D0EF46503}" destId="{BC387189-4C45-444A-BE11-1EB66EBA5CD3}" srcOrd="0" destOrd="0" parTransId="{123B4677-3011-42D0-923C-E166818AD836}" sibTransId="{2D24348D-ABBF-4ADF-8C0F-006D3D18EA30}"/>
    <dgm:cxn modelId="{79B7CFD3-A062-4CF4-9E7F-1C045576F53B}" type="presOf" srcId="{E37A6D49-B647-4E4A-B55F-A55E2F00581F}" destId="{3B3066F3-9705-4D55-9561-82809AB0CEB3}" srcOrd="0" destOrd="0" presId="urn:microsoft.com/office/officeart/2008/layout/LinedList"/>
    <dgm:cxn modelId="{5052E5E5-243E-472B-91C2-F725689D2D71}" type="presOf" srcId="{BC387189-4C45-444A-BE11-1EB66EBA5CD3}" destId="{2DA56A86-5DF7-45BA-B011-3C6E89D8633F}" srcOrd="0" destOrd="0" presId="urn:microsoft.com/office/officeart/2008/layout/LinedList"/>
    <dgm:cxn modelId="{6508A0F3-E319-4D03-9CA3-B968B1C99EE7}" srcId="{BC387189-4C45-444A-BE11-1EB66EBA5CD3}" destId="{E6C9F804-7D4E-4408-BA13-479EF3AB0868}" srcOrd="2" destOrd="0" parTransId="{E674D36F-FC81-48B6-A4D9-2F2BF09FD919}" sibTransId="{35EAB4E3-5729-4DA4-A397-6609E2A84C5D}"/>
    <dgm:cxn modelId="{F4A70D67-D84B-4F75-9A6A-4BEF391E3B2F}" type="presParOf" srcId="{9A2BEDF1-28DC-455C-B731-E7B17E801522}" destId="{BC03A3CC-88A4-4B7E-B973-418071879D67}" srcOrd="0" destOrd="0" presId="urn:microsoft.com/office/officeart/2008/layout/LinedList"/>
    <dgm:cxn modelId="{46FD712A-A5C8-4438-AD40-6D112FF0639F}" type="presParOf" srcId="{9A2BEDF1-28DC-455C-B731-E7B17E801522}" destId="{EC5C3DF2-5AAC-4A52-97E6-1DE959481DFB}" srcOrd="1" destOrd="0" presId="urn:microsoft.com/office/officeart/2008/layout/LinedList"/>
    <dgm:cxn modelId="{9FA5FBAC-BBA8-4C6C-8436-45C77C00CD76}" type="presParOf" srcId="{EC5C3DF2-5AAC-4A52-97E6-1DE959481DFB}" destId="{2DA56A86-5DF7-45BA-B011-3C6E89D8633F}" srcOrd="0" destOrd="0" presId="urn:microsoft.com/office/officeart/2008/layout/LinedList"/>
    <dgm:cxn modelId="{0E2B0897-3256-47E5-9D9B-A410A75A97D5}" type="presParOf" srcId="{EC5C3DF2-5AAC-4A52-97E6-1DE959481DFB}" destId="{B7CB8CBB-9CA1-4961-9209-1FCCE8D6FA03}" srcOrd="1" destOrd="0" presId="urn:microsoft.com/office/officeart/2008/layout/LinedList"/>
    <dgm:cxn modelId="{3F83357A-1878-4014-9AB8-8E7590100E02}" type="presParOf" srcId="{B7CB8CBB-9CA1-4961-9209-1FCCE8D6FA03}" destId="{6C245482-1A85-4C9D-B254-6571F4F5E18B}" srcOrd="0" destOrd="0" presId="urn:microsoft.com/office/officeart/2008/layout/LinedList"/>
    <dgm:cxn modelId="{4D9BA75D-FEDD-48EE-9DF1-CA74E0198D35}" type="presParOf" srcId="{B7CB8CBB-9CA1-4961-9209-1FCCE8D6FA03}" destId="{3FFDDA5E-C875-475C-B1E6-9A2203A06DBF}" srcOrd="1" destOrd="0" presId="urn:microsoft.com/office/officeart/2008/layout/LinedList"/>
    <dgm:cxn modelId="{D71385FE-1DD5-42A5-A828-D2326E70301E}" type="presParOf" srcId="{3FFDDA5E-C875-475C-B1E6-9A2203A06DBF}" destId="{8CF0002D-3CB8-45A7-B6B3-F3E4BF175F27}" srcOrd="0" destOrd="0" presId="urn:microsoft.com/office/officeart/2008/layout/LinedList"/>
    <dgm:cxn modelId="{7DA8E412-BAE6-486F-9451-509D95271B35}" type="presParOf" srcId="{3FFDDA5E-C875-475C-B1E6-9A2203A06DBF}" destId="{3B3066F3-9705-4D55-9561-82809AB0CEB3}" srcOrd="1" destOrd="0" presId="urn:microsoft.com/office/officeart/2008/layout/LinedList"/>
    <dgm:cxn modelId="{38BBB221-AA15-4616-8039-D5E493A86ACF}" type="presParOf" srcId="{3FFDDA5E-C875-475C-B1E6-9A2203A06DBF}" destId="{6108C1D6-C80A-406A-9FB9-376E64C2D0A5}" srcOrd="2" destOrd="0" presId="urn:microsoft.com/office/officeart/2008/layout/LinedList"/>
    <dgm:cxn modelId="{21E5021F-FF1C-4513-80A1-31673C2068A7}" type="presParOf" srcId="{B7CB8CBB-9CA1-4961-9209-1FCCE8D6FA03}" destId="{B00F53C8-DE69-406A-AF8D-B29DA52A56D7}" srcOrd="2" destOrd="0" presId="urn:microsoft.com/office/officeart/2008/layout/LinedList"/>
    <dgm:cxn modelId="{542073B0-EDD8-4910-8047-45BAF89B2EE1}" type="presParOf" srcId="{B7CB8CBB-9CA1-4961-9209-1FCCE8D6FA03}" destId="{22911860-B86E-4C1E-811B-875725E99A0C}" srcOrd="3" destOrd="0" presId="urn:microsoft.com/office/officeart/2008/layout/LinedList"/>
    <dgm:cxn modelId="{6927BA69-9055-42A4-A3A1-3DF28F615E89}" type="presParOf" srcId="{B7CB8CBB-9CA1-4961-9209-1FCCE8D6FA03}" destId="{9A66C3D8-65E4-4FFF-84C4-F42217EA9F98}" srcOrd="4" destOrd="0" presId="urn:microsoft.com/office/officeart/2008/layout/LinedList"/>
    <dgm:cxn modelId="{FA696AC3-8BA4-4498-AC49-C47A9DCE9CBA}" type="presParOf" srcId="{9A66C3D8-65E4-4FFF-84C4-F42217EA9F98}" destId="{6F2269FB-7158-4B5A-8F98-225423F9F51C}" srcOrd="0" destOrd="0" presId="urn:microsoft.com/office/officeart/2008/layout/LinedList"/>
    <dgm:cxn modelId="{C6728A40-A3CF-4D41-99AD-398461780FFD}" type="presParOf" srcId="{9A66C3D8-65E4-4FFF-84C4-F42217EA9F98}" destId="{355C236E-631C-42F6-A028-AA16852DAB30}" srcOrd="1" destOrd="0" presId="urn:microsoft.com/office/officeart/2008/layout/LinedList"/>
    <dgm:cxn modelId="{3F85FE08-3A51-492C-A87E-B8F940C2D726}" type="presParOf" srcId="{9A66C3D8-65E4-4FFF-84C4-F42217EA9F98}" destId="{59AB0E19-2FF0-4638-8F67-C7933F2128D1}" srcOrd="2" destOrd="0" presId="urn:microsoft.com/office/officeart/2008/layout/LinedList"/>
    <dgm:cxn modelId="{4C36C6A5-9438-4FFA-B758-BD73A1147B84}" type="presParOf" srcId="{B7CB8CBB-9CA1-4961-9209-1FCCE8D6FA03}" destId="{966068DA-72F4-4E1F-97A9-ACBEA244EEC3}" srcOrd="5" destOrd="0" presId="urn:microsoft.com/office/officeart/2008/layout/LinedList"/>
    <dgm:cxn modelId="{86AD1AF2-872D-4B49-A78D-46FABAF93211}" type="presParOf" srcId="{B7CB8CBB-9CA1-4961-9209-1FCCE8D6FA03}" destId="{EA895436-531E-4273-9A07-29E795244250}" srcOrd="6" destOrd="0" presId="urn:microsoft.com/office/officeart/2008/layout/LinedList"/>
    <dgm:cxn modelId="{477B8184-E194-473B-9205-208EAC57F98E}" type="presParOf" srcId="{B7CB8CBB-9CA1-4961-9209-1FCCE8D6FA03}" destId="{EB414B29-4140-40C7-BA8A-D7C78C380AE6}" srcOrd="7" destOrd="0" presId="urn:microsoft.com/office/officeart/2008/layout/LinedList"/>
    <dgm:cxn modelId="{B118A00D-0C78-4D11-B2FF-8CB9D5461102}" type="presParOf" srcId="{EB414B29-4140-40C7-BA8A-D7C78C380AE6}" destId="{0399EE76-9574-4C74-A56D-1F5FC7000BB9}" srcOrd="0" destOrd="0" presId="urn:microsoft.com/office/officeart/2008/layout/LinedList"/>
    <dgm:cxn modelId="{105B70B3-0371-4407-9B34-6A8016F11EEA}" type="presParOf" srcId="{EB414B29-4140-40C7-BA8A-D7C78C380AE6}" destId="{7A6588A4-4969-4F1B-9259-9F4C07FAB761}" srcOrd="1" destOrd="0" presId="urn:microsoft.com/office/officeart/2008/layout/LinedList"/>
    <dgm:cxn modelId="{31BA11A5-A20E-4491-A999-A6C6DC64B7C3}" type="presParOf" srcId="{EB414B29-4140-40C7-BA8A-D7C78C380AE6}" destId="{6123A8C4-0EDF-4587-8CFF-94CEA95EF80F}" srcOrd="2" destOrd="0" presId="urn:microsoft.com/office/officeart/2008/layout/LinedList"/>
    <dgm:cxn modelId="{B204BD93-0AFD-4742-A8FE-5186E7A45580}" type="presParOf" srcId="{B7CB8CBB-9CA1-4961-9209-1FCCE8D6FA03}" destId="{5419EFEC-7F9C-4F0C-8D1E-D5D68F4DCBCF}" srcOrd="8" destOrd="0" presId="urn:microsoft.com/office/officeart/2008/layout/LinedList"/>
    <dgm:cxn modelId="{C9D9A4E2-50B7-41FA-A6CA-246415D09AA9}" type="presParOf" srcId="{B7CB8CBB-9CA1-4961-9209-1FCCE8D6FA03}" destId="{E5AFA1DA-3304-4297-8F11-BE055F516029}" srcOrd="9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B94BD28-1993-4917-831D-B1DED4A0BE57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9E3DB8D5-08DD-45C3-9CAE-978A253BF19B}">
      <dgm:prSet phldrT="[Texto]"/>
      <dgm:spPr/>
      <dgm:t>
        <a:bodyPr/>
        <a:lstStyle/>
        <a:p>
          <a:r>
            <a:rPr lang="pt-BR" dirty="0"/>
            <a:t>SQL</a:t>
          </a:r>
        </a:p>
      </dgm:t>
    </dgm:pt>
    <dgm:pt modelId="{2095E9F1-4068-4B0F-B43A-E4360688F445}" type="parTrans" cxnId="{A73B682D-226C-4851-8EFD-3671D1DE0C84}">
      <dgm:prSet/>
      <dgm:spPr/>
      <dgm:t>
        <a:bodyPr/>
        <a:lstStyle/>
        <a:p>
          <a:endParaRPr lang="pt-BR"/>
        </a:p>
      </dgm:t>
    </dgm:pt>
    <dgm:pt modelId="{77CCA1AB-7C2B-4E81-9A00-B9213AA03D65}" type="sibTrans" cxnId="{A73B682D-226C-4851-8EFD-3671D1DE0C84}">
      <dgm:prSet/>
      <dgm:spPr/>
      <dgm:t>
        <a:bodyPr/>
        <a:lstStyle/>
        <a:p>
          <a:endParaRPr lang="pt-BR"/>
        </a:p>
      </dgm:t>
    </dgm:pt>
    <dgm:pt modelId="{FB506939-EAEB-4A48-BE54-1A0F44DFD9E0}">
      <dgm:prSet phldrT="[Texto]"/>
      <dgm:spPr/>
      <dgm:t>
        <a:bodyPr/>
        <a:lstStyle/>
        <a:p>
          <a:r>
            <a:rPr lang="pt-BR" dirty="0"/>
            <a:t>Colunas</a:t>
          </a:r>
        </a:p>
      </dgm:t>
    </dgm:pt>
    <dgm:pt modelId="{926929C6-8BC5-49C5-99A9-BFD391C65C0C}" type="parTrans" cxnId="{CED43AF2-2247-4505-997E-E1FD401B0616}">
      <dgm:prSet/>
      <dgm:spPr/>
      <dgm:t>
        <a:bodyPr/>
        <a:lstStyle/>
        <a:p>
          <a:endParaRPr lang="pt-BR"/>
        </a:p>
      </dgm:t>
    </dgm:pt>
    <dgm:pt modelId="{3FD45A1B-4C34-4635-85FB-86F0E91745C7}" type="sibTrans" cxnId="{CED43AF2-2247-4505-997E-E1FD401B0616}">
      <dgm:prSet/>
      <dgm:spPr/>
      <dgm:t>
        <a:bodyPr/>
        <a:lstStyle/>
        <a:p>
          <a:endParaRPr lang="pt-BR"/>
        </a:p>
      </dgm:t>
    </dgm:pt>
    <dgm:pt modelId="{ADA5D003-4D37-44C0-A54C-99AC904AFB1A}">
      <dgm:prSet phldrT="[Texto]"/>
      <dgm:spPr/>
      <dgm:t>
        <a:bodyPr/>
        <a:lstStyle/>
        <a:p>
          <a:r>
            <a:rPr lang="pt-BR" dirty="0"/>
            <a:t>Planilha</a:t>
          </a:r>
        </a:p>
      </dgm:t>
    </dgm:pt>
    <dgm:pt modelId="{A9265A0F-0204-4F6A-954D-D17BAD8A2C32}" type="parTrans" cxnId="{E78D29FD-3ABA-48B5-B7CC-7A4D09FCD745}">
      <dgm:prSet/>
      <dgm:spPr/>
      <dgm:t>
        <a:bodyPr/>
        <a:lstStyle/>
        <a:p>
          <a:endParaRPr lang="pt-BR"/>
        </a:p>
      </dgm:t>
    </dgm:pt>
    <dgm:pt modelId="{E7389850-3485-4FAB-8A8C-76FD0460400A}" type="sibTrans" cxnId="{E78D29FD-3ABA-48B5-B7CC-7A4D09FCD745}">
      <dgm:prSet/>
      <dgm:spPr/>
      <dgm:t>
        <a:bodyPr/>
        <a:lstStyle/>
        <a:p>
          <a:endParaRPr lang="pt-BR"/>
        </a:p>
      </dgm:t>
    </dgm:pt>
    <dgm:pt modelId="{4801AA65-3B98-4B92-90A9-78B1CC247EC8}">
      <dgm:prSet phldrT="[Texto]"/>
      <dgm:spPr/>
      <dgm:t>
        <a:bodyPr/>
        <a:lstStyle/>
        <a:p>
          <a:r>
            <a:rPr lang="pt-BR" dirty="0"/>
            <a:t>Manipulação</a:t>
          </a:r>
        </a:p>
      </dgm:t>
    </dgm:pt>
    <dgm:pt modelId="{0DEF99EC-E13E-49F1-96F5-16B3802C90B0}" type="parTrans" cxnId="{24636491-217E-45A3-B1AB-FF87D308146D}">
      <dgm:prSet/>
      <dgm:spPr/>
      <dgm:t>
        <a:bodyPr/>
        <a:lstStyle/>
        <a:p>
          <a:endParaRPr lang="pt-BR"/>
        </a:p>
      </dgm:t>
    </dgm:pt>
    <dgm:pt modelId="{2F956419-17EA-4847-852B-416AB533EAD4}" type="sibTrans" cxnId="{24636491-217E-45A3-B1AB-FF87D308146D}">
      <dgm:prSet/>
      <dgm:spPr/>
      <dgm:t>
        <a:bodyPr/>
        <a:lstStyle/>
        <a:p>
          <a:endParaRPr lang="pt-BR"/>
        </a:p>
      </dgm:t>
    </dgm:pt>
    <dgm:pt modelId="{DB462CAA-8E80-4EBE-ABA1-A2078741E108}">
      <dgm:prSet phldrT="[Texto]"/>
      <dgm:spPr/>
      <dgm:t>
        <a:bodyPr/>
        <a:lstStyle/>
        <a:p>
          <a:r>
            <a:rPr lang="pt-BR" dirty="0" err="1"/>
            <a:t>Inner</a:t>
          </a:r>
          <a:r>
            <a:rPr lang="pt-BR" dirty="0"/>
            <a:t> Join</a:t>
          </a:r>
        </a:p>
      </dgm:t>
    </dgm:pt>
    <dgm:pt modelId="{B4B479F4-99E9-494D-AF62-5F1C75E7DA77}" type="parTrans" cxnId="{98149C5F-2A8D-4A97-8616-FAC38B4C8D1D}">
      <dgm:prSet/>
      <dgm:spPr/>
      <dgm:t>
        <a:bodyPr/>
        <a:lstStyle/>
        <a:p>
          <a:endParaRPr lang="pt-BR"/>
        </a:p>
      </dgm:t>
    </dgm:pt>
    <dgm:pt modelId="{C6CD8A8E-18CB-47D5-A175-B126114C5F13}" type="sibTrans" cxnId="{98149C5F-2A8D-4A97-8616-FAC38B4C8D1D}">
      <dgm:prSet/>
      <dgm:spPr/>
      <dgm:t>
        <a:bodyPr/>
        <a:lstStyle/>
        <a:p>
          <a:endParaRPr lang="pt-BR"/>
        </a:p>
      </dgm:t>
    </dgm:pt>
    <dgm:pt modelId="{933016C9-07C6-4F55-A717-CEC82B26285C}">
      <dgm:prSet phldrT="[Texto]"/>
      <dgm:spPr/>
      <dgm:t>
        <a:bodyPr/>
        <a:lstStyle/>
        <a:p>
          <a:r>
            <a:rPr lang="pt-BR" dirty="0"/>
            <a:t>Planilha final</a:t>
          </a:r>
        </a:p>
      </dgm:t>
    </dgm:pt>
    <dgm:pt modelId="{27D9ED61-5ADB-4ED0-8B27-1DB9B6B26C94}" type="parTrans" cxnId="{98EAE850-3B5E-4C94-83E2-D37A38F90631}">
      <dgm:prSet/>
      <dgm:spPr/>
      <dgm:t>
        <a:bodyPr/>
        <a:lstStyle/>
        <a:p>
          <a:endParaRPr lang="pt-BR"/>
        </a:p>
      </dgm:t>
    </dgm:pt>
    <dgm:pt modelId="{BFFE1886-FA51-447F-8565-0CC2704F2F98}" type="sibTrans" cxnId="{98EAE850-3B5E-4C94-83E2-D37A38F90631}">
      <dgm:prSet/>
      <dgm:spPr/>
      <dgm:t>
        <a:bodyPr/>
        <a:lstStyle/>
        <a:p>
          <a:endParaRPr lang="pt-BR"/>
        </a:p>
      </dgm:t>
    </dgm:pt>
    <dgm:pt modelId="{BFF6C1FB-681F-4296-986B-798FDA78DAA0}" type="pres">
      <dgm:prSet presAssocID="{CB94BD28-1993-4917-831D-B1DED4A0BE57}" presName="Name0" presStyleCnt="0">
        <dgm:presLayoutVars>
          <dgm:dir/>
          <dgm:animLvl val="lvl"/>
          <dgm:resizeHandles val="exact"/>
        </dgm:presLayoutVars>
      </dgm:prSet>
      <dgm:spPr/>
    </dgm:pt>
    <dgm:pt modelId="{EF2C338E-A160-4368-8768-04CD50CA1B9A}" type="pres">
      <dgm:prSet presAssocID="{9E3DB8D5-08DD-45C3-9CAE-978A253BF19B}" presName="linNode" presStyleCnt="0"/>
      <dgm:spPr/>
    </dgm:pt>
    <dgm:pt modelId="{DBEAEB0B-9B79-49C3-B019-ECD8A26EB318}" type="pres">
      <dgm:prSet presAssocID="{9E3DB8D5-08DD-45C3-9CAE-978A253BF19B}" presName="parentText" presStyleLbl="node1" presStyleIdx="0" presStyleCnt="2">
        <dgm:presLayoutVars>
          <dgm:chMax val="1"/>
          <dgm:bulletEnabled val="1"/>
        </dgm:presLayoutVars>
      </dgm:prSet>
      <dgm:spPr/>
    </dgm:pt>
    <dgm:pt modelId="{97C2F599-1FB6-4985-8C7A-0B8E3E10FA5C}" type="pres">
      <dgm:prSet presAssocID="{9E3DB8D5-08DD-45C3-9CAE-978A253BF19B}" presName="descendantText" presStyleLbl="alignAccFollowNode1" presStyleIdx="0" presStyleCnt="2">
        <dgm:presLayoutVars>
          <dgm:bulletEnabled val="1"/>
        </dgm:presLayoutVars>
      </dgm:prSet>
      <dgm:spPr/>
    </dgm:pt>
    <dgm:pt modelId="{3F2DD660-746D-446A-888F-E61AB9F652E7}" type="pres">
      <dgm:prSet presAssocID="{77CCA1AB-7C2B-4E81-9A00-B9213AA03D65}" presName="sp" presStyleCnt="0"/>
      <dgm:spPr/>
    </dgm:pt>
    <dgm:pt modelId="{3F5B4B6A-E8D7-4B58-8261-7A40B1FE0292}" type="pres">
      <dgm:prSet presAssocID="{4801AA65-3B98-4B92-90A9-78B1CC247EC8}" presName="linNode" presStyleCnt="0"/>
      <dgm:spPr/>
    </dgm:pt>
    <dgm:pt modelId="{F380D7BE-E620-48E4-BD09-541938BF72AE}" type="pres">
      <dgm:prSet presAssocID="{4801AA65-3B98-4B92-90A9-78B1CC247EC8}" presName="parentText" presStyleLbl="node1" presStyleIdx="1" presStyleCnt="2">
        <dgm:presLayoutVars>
          <dgm:chMax val="1"/>
          <dgm:bulletEnabled val="1"/>
        </dgm:presLayoutVars>
      </dgm:prSet>
      <dgm:spPr/>
    </dgm:pt>
    <dgm:pt modelId="{9511102B-D653-44AA-AEBE-E8384EB53379}" type="pres">
      <dgm:prSet presAssocID="{4801AA65-3B98-4B92-90A9-78B1CC247EC8}" presName="descendantText" presStyleLbl="alignAccFollowNode1" presStyleIdx="1" presStyleCnt="2">
        <dgm:presLayoutVars>
          <dgm:bulletEnabled val="1"/>
        </dgm:presLayoutVars>
      </dgm:prSet>
      <dgm:spPr/>
    </dgm:pt>
  </dgm:ptLst>
  <dgm:cxnLst>
    <dgm:cxn modelId="{A73B682D-226C-4851-8EFD-3671D1DE0C84}" srcId="{CB94BD28-1993-4917-831D-B1DED4A0BE57}" destId="{9E3DB8D5-08DD-45C3-9CAE-978A253BF19B}" srcOrd="0" destOrd="0" parTransId="{2095E9F1-4068-4B0F-B43A-E4360688F445}" sibTransId="{77CCA1AB-7C2B-4E81-9A00-B9213AA03D65}"/>
    <dgm:cxn modelId="{98149C5F-2A8D-4A97-8616-FAC38B4C8D1D}" srcId="{4801AA65-3B98-4B92-90A9-78B1CC247EC8}" destId="{DB462CAA-8E80-4EBE-ABA1-A2078741E108}" srcOrd="0" destOrd="0" parTransId="{B4B479F4-99E9-494D-AF62-5F1C75E7DA77}" sibTransId="{C6CD8A8E-18CB-47D5-A175-B126114C5F13}"/>
    <dgm:cxn modelId="{98EAE850-3B5E-4C94-83E2-D37A38F90631}" srcId="{4801AA65-3B98-4B92-90A9-78B1CC247EC8}" destId="{933016C9-07C6-4F55-A717-CEC82B26285C}" srcOrd="1" destOrd="0" parTransId="{27D9ED61-5ADB-4ED0-8B27-1DB9B6B26C94}" sibTransId="{BFFE1886-FA51-447F-8565-0CC2704F2F98}"/>
    <dgm:cxn modelId="{67251782-B6E2-498C-9492-8518A08F11ED}" type="presOf" srcId="{CB94BD28-1993-4917-831D-B1DED4A0BE57}" destId="{BFF6C1FB-681F-4296-986B-798FDA78DAA0}" srcOrd="0" destOrd="0" presId="urn:microsoft.com/office/officeart/2005/8/layout/vList5"/>
    <dgm:cxn modelId="{24636491-217E-45A3-B1AB-FF87D308146D}" srcId="{CB94BD28-1993-4917-831D-B1DED4A0BE57}" destId="{4801AA65-3B98-4B92-90A9-78B1CC247EC8}" srcOrd="1" destOrd="0" parTransId="{0DEF99EC-E13E-49F1-96F5-16B3802C90B0}" sibTransId="{2F956419-17EA-4847-852B-416AB533EAD4}"/>
    <dgm:cxn modelId="{893C36C2-A5C9-445B-93F2-ADFF0062C325}" type="presOf" srcId="{ADA5D003-4D37-44C0-A54C-99AC904AFB1A}" destId="{97C2F599-1FB6-4985-8C7A-0B8E3E10FA5C}" srcOrd="0" destOrd="1" presId="urn:microsoft.com/office/officeart/2005/8/layout/vList5"/>
    <dgm:cxn modelId="{778B82E2-F507-46FB-BEAC-CFCF946E3894}" type="presOf" srcId="{FB506939-EAEB-4A48-BE54-1A0F44DFD9E0}" destId="{97C2F599-1FB6-4985-8C7A-0B8E3E10FA5C}" srcOrd="0" destOrd="0" presId="urn:microsoft.com/office/officeart/2005/8/layout/vList5"/>
    <dgm:cxn modelId="{ADDC24E6-E3DD-41A7-89D4-1E3F492126E2}" type="presOf" srcId="{4801AA65-3B98-4B92-90A9-78B1CC247EC8}" destId="{F380D7BE-E620-48E4-BD09-541938BF72AE}" srcOrd="0" destOrd="0" presId="urn:microsoft.com/office/officeart/2005/8/layout/vList5"/>
    <dgm:cxn modelId="{F98EF7EA-DF22-4467-8E10-0CB4055227B2}" type="presOf" srcId="{9E3DB8D5-08DD-45C3-9CAE-978A253BF19B}" destId="{DBEAEB0B-9B79-49C3-B019-ECD8A26EB318}" srcOrd="0" destOrd="0" presId="urn:microsoft.com/office/officeart/2005/8/layout/vList5"/>
    <dgm:cxn modelId="{CED43AF2-2247-4505-997E-E1FD401B0616}" srcId="{9E3DB8D5-08DD-45C3-9CAE-978A253BF19B}" destId="{FB506939-EAEB-4A48-BE54-1A0F44DFD9E0}" srcOrd="0" destOrd="0" parTransId="{926929C6-8BC5-49C5-99A9-BFD391C65C0C}" sibTransId="{3FD45A1B-4C34-4635-85FB-86F0E91745C7}"/>
    <dgm:cxn modelId="{1EFE97F4-947A-4042-9907-0698CFF2682C}" type="presOf" srcId="{933016C9-07C6-4F55-A717-CEC82B26285C}" destId="{9511102B-D653-44AA-AEBE-E8384EB53379}" srcOrd="0" destOrd="1" presId="urn:microsoft.com/office/officeart/2005/8/layout/vList5"/>
    <dgm:cxn modelId="{7122E1F8-19A4-4FF0-B5A6-BF75A599410D}" type="presOf" srcId="{DB462CAA-8E80-4EBE-ABA1-A2078741E108}" destId="{9511102B-D653-44AA-AEBE-E8384EB53379}" srcOrd="0" destOrd="0" presId="urn:microsoft.com/office/officeart/2005/8/layout/vList5"/>
    <dgm:cxn modelId="{E78D29FD-3ABA-48B5-B7CC-7A4D09FCD745}" srcId="{9E3DB8D5-08DD-45C3-9CAE-978A253BF19B}" destId="{ADA5D003-4D37-44C0-A54C-99AC904AFB1A}" srcOrd="1" destOrd="0" parTransId="{A9265A0F-0204-4F6A-954D-D17BAD8A2C32}" sibTransId="{E7389850-3485-4FAB-8A8C-76FD0460400A}"/>
    <dgm:cxn modelId="{7DF9C5E8-8F73-4645-B554-D7276E9E126A}" type="presParOf" srcId="{BFF6C1FB-681F-4296-986B-798FDA78DAA0}" destId="{EF2C338E-A160-4368-8768-04CD50CA1B9A}" srcOrd="0" destOrd="0" presId="urn:microsoft.com/office/officeart/2005/8/layout/vList5"/>
    <dgm:cxn modelId="{323FCC24-B43A-45D9-BCC3-677CE796B656}" type="presParOf" srcId="{EF2C338E-A160-4368-8768-04CD50CA1B9A}" destId="{DBEAEB0B-9B79-49C3-B019-ECD8A26EB318}" srcOrd="0" destOrd="0" presId="urn:microsoft.com/office/officeart/2005/8/layout/vList5"/>
    <dgm:cxn modelId="{1A934D4C-FEB8-4607-9CBF-CE655589A759}" type="presParOf" srcId="{EF2C338E-A160-4368-8768-04CD50CA1B9A}" destId="{97C2F599-1FB6-4985-8C7A-0B8E3E10FA5C}" srcOrd="1" destOrd="0" presId="urn:microsoft.com/office/officeart/2005/8/layout/vList5"/>
    <dgm:cxn modelId="{3F3D253C-B34F-4FA2-8AF7-0500AC61499A}" type="presParOf" srcId="{BFF6C1FB-681F-4296-986B-798FDA78DAA0}" destId="{3F2DD660-746D-446A-888F-E61AB9F652E7}" srcOrd="1" destOrd="0" presId="urn:microsoft.com/office/officeart/2005/8/layout/vList5"/>
    <dgm:cxn modelId="{C29348A5-6786-4EFC-B68B-01381B87651B}" type="presParOf" srcId="{BFF6C1FB-681F-4296-986B-798FDA78DAA0}" destId="{3F5B4B6A-E8D7-4B58-8261-7A40B1FE0292}" srcOrd="2" destOrd="0" presId="urn:microsoft.com/office/officeart/2005/8/layout/vList5"/>
    <dgm:cxn modelId="{3A90946F-2C35-49AF-B3DD-E309F3522E64}" type="presParOf" srcId="{3F5B4B6A-E8D7-4B58-8261-7A40B1FE0292}" destId="{F380D7BE-E620-48E4-BD09-541938BF72AE}" srcOrd="0" destOrd="0" presId="urn:microsoft.com/office/officeart/2005/8/layout/vList5"/>
    <dgm:cxn modelId="{1F5145A3-44E5-4E85-ABCD-344A16291B74}" type="presParOf" srcId="{3F5B4B6A-E8D7-4B58-8261-7A40B1FE0292}" destId="{9511102B-D653-44AA-AEBE-E8384EB53379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CB94BD28-1993-4917-831D-B1DED4A0BE57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B4A5B4EE-8C79-4A88-BD94-3E69717E11C0}">
      <dgm:prSet phldrT="[Texto]"/>
      <dgm:spPr/>
      <dgm:t>
        <a:bodyPr/>
        <a:lstStyle/>
        <a:p>
          <a:r>
            <a:rPr lang="pt-BR" dirty="0"/>
            <a:t>ETL</a:t>
          </a:r>
        </a:p>
      </dgm:t>
    </dgm:pt>
    <dgm:pt modelId="{CD3BF7C0-FADB-4221-8AE4-90ADC9A15C74}" type="parTrans" cxnId="{D84BB4D5-F846-4F9F-89E4-9E0DBB05D36B}">
      <dgm:prSet/>
      <dgm:spPr/>
      <dgm:t>
        <a:bodyPr/>
        <a:lstStyle/>
        <a:p>
          <a:endParaRPr lang="pt-BR"/>
        </a:p>
      </dgm:t>
    </dgm:pt>
    <dgm:pt modelId="{3E7ECDE0-7FF7-4B3A-B387-60876CDB3165}" type="sibTrans" cxnId="{D84BB4D5-F846-4F9F-89E4-9E0DBB05D36B}">
      <dgm:prSet/>
      <dgm:spPr/>
      <dgm:t>
        <a:bodyPr/>
        <a:lstStyle/>
        <a:p>
          <a:endParaRPr lang="pt-BR"/>
        </a:p>
      </dgm:t>
    </dgm:pt>
    <dgm:pt modelId="{244DA0B9-D7E3-4AEC-8A2F-1A81EC9327B6}">
      <dgm:prSet phldrT="[Texto]"/>
      <dgm:spPr/>
      <dgm:t>
        <a:bodyPr/>
        <a:lstStyle/>
        <a:p>
          <a:r>
            <a:rPr lang="pt-BR" dirty="0"/>
            <a:t>SAP</a:t>
          </a:r>
        </a:p>
      </dgm:t>
    </dgm:pt>
    <dgm:pt modelId="{3692CB51-E575-461C-95B8-AC1C23342705}" type="parTrans" cxnId="{D2385886-95A5-4470-AA52-60E5BD9DBF66}">
      <dgm:prSet/>
      <dgm:spPr/>
      <dgm:t>
        <a:bodyPr/>
        <a:lstStyle/>
        <a:p>
          <a:endParaRPr lang="pt-BR"/>
        </a:p>
      </dgm:t>
    </dgm:pt>
    <dgm:pt modelId="{AE1E0DEE-C4BD-4B83-B559-B9094F279E9D}" type="sibTrans" cxnId="{D2385886-95A5-4470-AA52-60E5BD9DBF66}">
      <dgm:prSet/>
      <dgm:spPr/>
      <dgm:t>
        <a:bodyPr/>
        <a:lstStyle/>
        <a:p>
          <a:endParaRPr lang="pt-BR"/>
        </a:p>
      </dgm:t>
    </dgm:pt>
    <dgm:pt modelId="{2D3D2195-10A6-4087-8207-67035DE1B58A}">
      <dgm:prSet phldrT="[Texto]"/>
      <dgm:spPr/>
      <dgm:t>
        <a:bodyPr/>
        <a:lstStyle/>
        <a:p>
          <a:r>
            <a:rPr lang="pt-BR" dirty="0"/>
            <a:t>CSV</a:t>
          </a:r>
        </a:p>
      </dgm:t>
    </dgm:pt>
    <dgm:pt modelId="{DE1F4D0E-534F-4927-B0CF-01AA45C9D456}" type="parTrans" cxnId="{45228270-C396-46F8-B197-BED28DE1D11F}">
      <dgm:prSet/>
      <dgm:spPr/>
      <dgm:t>
        <a:bodyPr/>
        <a:lstStyle/>
        <a:p>
          <a:endParaRPr lang="pt-BR"/>
        </a:p>
      </dgm:t>
    </dgm:pt>
    <dgm:pt modelId="{D3F653D3-AD3C-4F1F-B9EE-D9B019FEE3B4}" type="sibTrans" cxnId="{45228270-C396-46F8-B197-BED28DE1D11F}">
      <dgm:prSet/>
      <dgm:spPr/>
      <dgm:t>
        <a:bodyPr/>
        <a:lstStyle/>
        <a:p>
          <a:endParaRPr lang="pt-BR"/>
        </a:p>
      </dgm:t>
    </dgm:pt>
    <dgm:pt modelId="{45FF898D-F1CA-4816-905F-D59610B1B89A}">
      <dgm:prSet phldrT="[Texto]"/>
      <dgm:spPr/>
      <dgm:t>
        <a:bodyPr/>
        <a:lstStyle/>
        <a:p>
          <a:r>
            <a:rPr lang="pt-BR" dirty="0"/>
            <a:t>ETL</a:t>
          </a:r>
        </a:p>
      </dgm:t>
    </dgm:pt>
    <dgm:pt modelId="{C7F84BE0-A016-4E27-8F21-D381153F1A53}" type="parTrans" cxnId="{34AC6407-0F8F-499B-93AD-38D51E1B7C14}">
      <dgm:prSet/>
      <dgm:spPr/>
      <dgm:t>
        <a:bodyPr/>
        <a:lstStyle/>
        <a:p>
          <a:endParaRPr lang="pt-BR"/>
        </a:p>
      </dgm:t>
    </dgm:pt>
    <dgm:pt modelId="{3EEF948B-2C1C-4A9B-BC17-8E84DA1A3969}" type="sibTrans" cxnId="{34AC6407-0F8F-499B-93AD-38D51E1B7C14}">
      <dgm:prSet/>
      <dgm:spPr/>
      <dgm:t>
        <a:bodyPr/>
        <a:lstStyle/>
        <a:p>
          <a:endParaRPr lang="pt-BR"/>
        </a:p>
      </dgm:t>
    </dgm:pt>
    <dgm:pt modelId="{B1B88ABB-8186-416F-8E4A-6AA82B717687}">
      <dgm:prSet phldrT="[Texto]"/>
      <dgm:spPr/>
      <dgm:t>
        <a:bodyPr/>
        <a:lstStyle/>
        <a:p>
          <a:r>
            <a:rPr lang="pt-BR" dirty="0"/>
            <a:t>SQL</a:t>
          </a:r>
        </a:p>
      </dgm:t>
    </dgm:pt>
    <dgm:pt modelId="{2149C5AF-2649-4347-B0B2-AEB0E4A39550}" type="parTrans" cxnId="{F0A49F68-CFD0-4570-AE37-F1B03B57FB35}">
      <dgm:prSet/>
      <dgm:spPr/>
      <dgm:t>
        <a:bodyPr/>
        <a:lstStyle/>
        <a:p>
          <a:endParaRPr lang="pt-BR"/>
        </a:p>
      </dgm:t>
    </dgm:pt>
    <dgm:pt modelId="{00824ABB-B187-4E2F-90DD-CA58E7B7F36A}" type="sibTrans" cxnId="{F0A49F68-CFD0-4570-AE37-F1B03B57FB35}">
      <dgm:prSet/>
      <dgm:spPr/>
      <dgm:t>
        <a:bodyPr/>
        <a:lstStyle/>
        <a:p>
          <a:endParaRPr lang="pt-BR"/>
        </a:p>
      </dgm:t>
    </dgm:pt>
    <dgm:pt modelId="{463CEFAB-40DC-4259-97BB-D10ED5AF66D3}">
      <dgm:prSet phldrT="[Texto]"/>
      <dgm:spPr/>
      <dgm:t>
        <a:bodyPr/>
        <a:lstStyle/>
        <a:p>
          <a:r>
            <a:rPr lang="pt-BR" dirty="0"/>
            <a:t>EXCEL</a:t>
          </a:r>
        </a:p>
      </dgm:t>
    </dgm:pt>
    <dgm:pt modelId="{D0E315D0-E77E-4817-939A-C7F22F4BF7DB}" type="parTrans" cxnId="{763FEFF0-9CCD-4E83-8ED5-AEFEBFE641A8}">
      <dgm:prSet/>
      <dgm:spPr/>
      <dgm:t>
        <a:bodyPr/>
        <a:lstStyle/>
        <a:p>
          <a:endParaRPr lang="pt-BR"/>
        </a:p>
      </dgm:t>
    </dgm:pt>
    <dgm:pt modelId="{CAC66794-8796-4A40-94B9-0D02A5794E93}" type="sibTrans" cxnId="{763FEFF0-9CCD-4E83-8ED5-AEFEBFE641A8}">
      <dgm:prSet/>
      <dgm:spPr/>
      <dgm:t>
        <a:bodyPr/>
        <a:lstStyle/>
        <a:p>
          <a:endParaRPr lang="pt-BR"/>
        </a:p>
      </dgm:t>
    </dgm:pt>
    <dgm:pt modelId="{BFF6C1FB-681F-4296-986B-798FDA78DAA0}" type="pres">
      <dgm:prSet presAssocID="{CB94BD28-1993-4917-831D-B1DED4A0BE57}" presName="Name0" presStyleCnt="0">
        <dgm:presLayoutVars>
          <dgm:dir/>
          <dgm:animLvl val="lvl"/>
          <dgm:resizeHandles val="exact"/>
        </dgm:presLayoutVars>
      </dgm:prSet>
      <dgm:spPr/>
    </dgm:pt>
    <dgm:pt modelId="{7C5C5D87-1399-452E-99B8-0BC25D3464F9}" type="pres">
      <dgm:prSet presAssocID="{B4A5B4EE-8C79-4A88-BD94-3E69717E11C0}" presName="linNode" presStyleCnt="0"/>
      <dgm:spPr/>
    </dgm:pt>
    <dgm:pt modelId="{E79EB2B6-C874-45E0-AC97-F01A1499FC62}" type="pres">
      <dgm:prSet presAssocID="{B4A5B4EE-8C79-4A88-BD94-3E69717E11C0}" presName="parentText" presStyleLbl="node1" presStyleIdx="0" presStyleCnt="1" custScaleX="77819" custLinFactNeighborX="-6214" custLinFactNeighborY="-165">
        <dgm:presLayoutVars>
          <dgm:chMax val="1"/>
          <dgm:bulletEnabled val="1"/>
        </dgm:presLayoutVars>
      </dgm:prSet>
      <dgm:spPr/>
    </dgm:pt>
    <dgm:pt modelId="{3D465BE8-2F1A-4752-B1BF-F63E9B8994A0}" type="pres">
      <dgm:prSet presAssocID="{B4A5B4EE-8C79-4A88-BD94-3E69717E11C0}" presName="descendantText" presStyleLbl="alignAccFollowNode1" presStyleIdx="0" presStyleCnt="1" custScaleX="111245">
        <dgm:presLayoutVars>
          <dgm:bulletEnabled val="1"/>
        </dgm:presLayoutVars>
      </dgm:prSet>
      <dgm:spPr/>
    </dgm:pt>
  </dgm:ptLst>
  <dgm:cxnLst>
    <dgm:cxn modelId="{34AC6407-0F8F-499B-93AD-38D51E1B7C14}" srcId="{B4A5B4EE-8C79-4A88-BD94-3E69717E11C0}" destId="{45FF898D-F1CA-4816-905F-D59610B1B89A}" srcOrd="2" destOrd="0" parTransId="{C7F84BE0-A016-4E27-8F21-D381153F1A53}" sibTransId="{3EEF948B-2C1C-4A9B-BC17-8E84DA1A3969}"/>
    <dgm:cxn modelId="{F0A49F68-CFD0-4570-AE37-F1B03B57FB35}" srcId="{B4A5B4EE-8C79-4A88-BD94-3E69717E11C0}" destId="{B1B88ABB-8186-416F-8E4A-6AA82B717687}" srcOrd="3" destOrd="0" parTransId="{2149C5AF-2649-4347-B0B2-AEB0E4A39550}" sibTransId="{00824ABB-B187-4E2F-90DD-CA58E7B7F36A}"/>
    <dgm:cxn modelId="{45228270-C396-46F8-B197-BED28DE1D11F}" srcId="{B4A5B4EE-8C79-4A88-BD94-3E69717E11C0}" destId="{2D3D2195-10A6-4087-8207-67035DE1B58A}" srcOrd="1" destOrd="0" parTransId="{DE1F4D0E-534F-4927-B0CF-01AA45C9D456}" sibTransId="{D3F653D3-AD3C-4F1F-B9EE-D9B019FEE3B4}"/>
    <dgm:cxn modelId="{67251782-B6E2-498C-9492-8518A08F11ED}" type="presOf" srcId="{CB94BD28-1993-4917-831D-B1DED4A0BE57}" destId="{BFF6C1FB-681F-4296-986B-798FDA78DAA0}" srcOrd="0" destOrd="0" presId="urn:microsoft.com/office/officeart/2005/8/layout/vList5"/>
    <dgm:cxn modelId="{D2385886-95A5-4470-AA52-60E5BD9DBF66}" srcId="{B4A5B4EE-8C79-4A88-BD94-3E69717E11C0}" destId="{244DA0B9-D7E3-4AEC-8A2F-1A81EC9327B6}" srcOrd="0" destOrd="0" parTransId="{3692CB51-E575-461C-95B8-AC1C23342705}" sibTransId="{AE1E0DEE-C4BD-4B83-B559-B9094F279E9D}"/>
    <dgm:cxn modelId="{DF72D391-D816-43B4-B51B-84F6074A04C4}" type="presOf" srcId="{463CEFAB-40DC-4259-97BB-D10ED5AF66D3}" destId="{3D465BE8-2F1A-4752-B1BF-F63E9B8994A0}" srcOrd="0" destOrd="4" presId="urn:microsoft.com/office/officeart/2005/8/layout/vList5"/>
    <dgm:cxn modelId="{9BF1F194-1F0C-4489-9417-53B6761674B3}" type="presOf" srcId="{244DA0B9-D7E3-4AEC-8A2F-1A81EC9327B6}" destId="{3D465BE8-2F1A-4752-B1BF-F63E9B8994A0}" srcOrd="0" destOrd="0" presId="urn:microsoft.com/office/officeart/2005/8/layout/vList5"/>
    <dgm:cxn modelId="{E363EAC4-160B-47F0-8941-EB94837F7FED}" type="presOf" srcId="{2D3D2195-10A6-4087-8207-67035DE1B58A}" destId="{3D465BE8-2F1A-4752-B1BF-F63E9B8994A0}" srcOrd="0" destOrd="1" presId="urn:microsoft.com/office/officeart/2005/8/layout/vList5"/>
    <dgm:cxn modelId="{FFB9C9D1-02A6-4977-8EA6-93C4D86E18D1}" type="presOf" srcId="{B4A5B4EE-8C79-4A88-BD94-3E69717E11C0}" destId="{E79EB2B6-C874-45E0-AC97-F01A1499FC62}" srcOrd="0" destOrd="0" presId="urn:microsoft.com/office/officeart/2005/8/layout/vList5"/>
    <dgm:cxn modelId="{8EF73DD5-B29D-445B-A495-4A3AEE112A00}" type="presOf" srcId="{B1B88ABB-8186-416F-8E4A-6AA82B717687}" destId="{3D465BE8-2F1A-4752-B1BF-F63E9B8994A0}" srcOrd="0" destOrd="3" presId="urn:microsoft.com/office/officeart/2005/8/layout/vList5"/>
    <dgm:cxn modelId="{D84BB4D5-F846-4F9F-89E4-9E0DBB05D36B}" srcId="{CB94BD28-1993-4917-831D-B1DED4A0BE57}" destId="{B4A5B4EE-8C79-4A88-BD94-3E69717E11C0}" srcOrd="0" destOrd="0" parTransId="{CD3BF7C0-FADB-4221-8AE4-90ADC9A15C74}" sibTransId="{3E7ECDE0-7FF7-4B3A-B387-60876CDB3165}"/>
    <dgm:cxn modelId="{763FEFF0-9CCD-4E83-8ED5-AEFEBFE641A8}" srcId="{B4A5B4EE-8C79-4A88-BD94-3E69717E11C0}" destId="{463CEFAB-40DC-4259-97BB-D10ED5AF66D3}" srcOrd="4" destOrd="0" parTransId="{D0E315D0-E77E-4817-939A-C7F22F4BF7DB}" sibTransId="{CAC66794-8796-4A40-94B9-0D02A5794E93}"/>
    <dgm:cxn modelId="{9147A7FC-06B9-4F5C-9AD9-3D49A9DB381C}" type="presOf" srcId="{45FF898D-F1CA-4816-905F-D59610B1B89A}" destId="{3D465BE8-2F1A-4752-B1BF-F63E9B8994A0}" srcOrd="0" destOrd="2" presId="urn:microsoft.com/office/officeart/2005/8/layout/vList5"/>
    <dgm:cxn modelId="{6D502121-00BD-47CC-9DD8-1C23554B6ACF}" type="presParOf" srcId="{BFF6C1FB-681F-4296-986B-798FDA78DAA0}" destId="{7C5C5D87-1399-452E-99B8-0BC25D3464F9}" srcOrd="0" destOrd="0" presId="urn:microsoft.com/office/officeart/2005/8/layout/vList5"/>
    <dgm:cxn modelId="{66DC05E7-7228-4C6B-85FE-5F57E798674C}" type="presParOf" srcId="{7C5C5D87-1399-452E-99B8-0BC25D3464F9}" destId="{E79EB2B6-C874-45E0-AC97-F01A1499FC62}" srcOrd="0" destOrd="0" presId="urn:microsoft.com/office/officeart/2005/8/layout/vList5"/>
    <dgm:cxn modelId="{2796D91D-2DD7-4603-84F3-81E0A0D95F3A}" type="presParOf" srcId="{7C5C5D87-1399-452E-99B8-0BC25D3464F9}" destId="{3D465BE8-2F1A-4752-B1BF-F63E9B8994A0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C03A3CC-88A4-4B7E-B973-418071879D67}">
      <dsp:nvSpPr>
        <dsp:cNvPr id="0" name=""/>
        <dsp:cNvSpPr/>
      </dsp:nvSpPr>
      <dsp:spPr>
        <a:xfrm>
          <a:off x="0" y="0"/>
          <a:ext cx="4395787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DA56A86-5DF7-45BA-B011-3C6E89D8633F}">
      <dsp:nvSpPr>
        <dsp:cNvPr id="0" name=""/>
        <dsp:cNvSpPr/>
      </dsp:nvSpPr>
      <dsp:spPr>
        <a:xfrm>
          <a:off x="0" y="0"/>
          <a:ext cx="879157" cy="41957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700" kern="1200" dirty="0"/>
            <a:t>Analise de dados</a:t>
          </a:r>
        </a:p>
      </dsp:txBody>
      <dsp:txXfrm>
        <a:off x="0" y="0"/>
        <a:ext cx="879157" cy="4195763"/>
      </dsp:txXfrm>
    </dsp:sp>
    <dsp:sp modelId="{3B3066F3-9705-4D55-9561-82809AB0CEB3}">
      <dsp:nvSpPr>
        <dsp:cNvPr id="0" name=""/>
        <dsp:cNvSpPr/>
      </dsp:nvSpPr>
      <dsp:spPr>
        <a:xfrm>
          <a:off x="945094" y="65558"/>
          <a:ext cx="3450692" cy="13111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900" kern="1200" dirty="0"/>
            <a:t>Eles fazem trabalho manual de CTRL+C e CTRL+V, para passa informações para uma única planilha</a:t>
          </a:r>
        </a:p>
      </dsp:txBody>
      <dsp:txXfrm>
        <a:off x="945094" y="65558"/>
        <a:ext cx="3450692" cy="1311175"/>
      </dsp:txXfrm>
    </dsp:sp>
    <dsp:sp modelId="{B00F53C8-DE69-406A-AF8D-B29DA52A56D7}">
      <dsp:nvSpPr>
        <dsp:cNvPr id="0" name=""/>
        <dsp:cNvSpPr/>
      </dsp:nvSpPr>
      <dsp:spPr>
        <a:xfrm>
          <a:off x="879157" y="1376734"/>
          <a:ext cx="351662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55C236E-631C-42F6-A028-AA16852DAB30}">
      <dsp:nvSpPr>
        <dsp:cNvPr id="0" name=""/>
        <dsp:cNvSpPr/>
      </dsp:nvSpPr>
      <dsp:spPr>
        <a:xfrm>
          <a:off x="945094" y="1442293"/>
          <a:ext cx="3450692" cy="13111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900" kern="1200" dirty="0"/>
            <a:t>Unificar todas as planilhas criando um banco de dados no SQL</a:t>
          </a:r>
        </a:p>
      </dsp:txBody>
      <dsp:txXfrm>
        <a:off x="945094" y="1442293"/>
        <a:ext cx="3450692" cy="1311175"/>
      </dsp:txXfrm>
    </dsp:sp>
    <dsp:sp modelId="{966068DA-72F4-4E1F-97A9-ACBEA244EEC3}">
      <dsp:nvSpPr>
        <dsp:cNvPr id="0" name=""/>
        <dsp:cNvSpPr/>
      </dsp:nvSpPr>
      <dsp:spPr>
        <a:xfrm>
          <a:off x="879157" y="2753469"/>
          <a:ext cx="351662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A6588A4-4969-4F1B-9259-9F4C07FAB761}">
      <dsp:nvSpPr>
        <dsp:cNvPr id="0" name=""/>
        <dsp:cNvSpPr/>
      </dsp:nvSpPr>
      <dsp:spPr>
        <a:xfrm>
          <a:off x="945094" y="2819028"/>
          <a:ext cx="3450692" cy="13111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900" kern="1200" dirty="0"/>
            <a:t>Criar tabelas e coluna no </a:t>
          </a:r>
          <a:r>
            <a:rPr lang="pt-BR" sz="1900" kern="1200" dirty="0" err="1"/>
            <a:t>sql</a:t>
          </a:r>
          <a:r>
            <a:rPr lang="pt-BR" sz="1900" kern="1200" dirty="0"/>
            <a:t> de acordo com o que tem no Excel e usar </a:t>
          </a:r>
          <a:r>
            <a:rPr lang="pt-BR" sz="1900" kern="1200" dirty="0" err="1"/>
            <a:t>inner</a:t>
          </a:r>
          <a:r>
            <a:rPr lang="pt-BR" sz="1900" kern="1200" dirty="0"/>
            <a:t> Join para unificar todas</a:t>
          </a:r>
        </a:p>
      </dsp:txBody>
      <dsp:txXfrm>
        <a:off x="945094" y="2819028"/>
        <a:ext cx="3450692" cy="1311175"/>
      </dsp:txXfrm>
    </dsp:sp>
    <dsp:sp modelId="{5419EFEC-7F9C-4F0C-8D1E-D5D68F4DCBCF}">
      <dsp:nvSpPr>
        <dsp:cNvPr id="0" name=""/>
        <dsp:cNvSpPr/>
      </dsp:nvSpPr>
      <dsp:spPr>
        <a:xfrm>
          <a:off x="879157" y="4130204"/>
          <a:ext cx="351662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C03A3CC-88A4-4B7E-B973-418071879D67}">
      <dsp:nvSpPr>
        <dsp:cNvPr id="0" name=""/>
        <dsp:cNvSpPr/>
      </dsp:nvSpPr>
      <dsp:spPr>
        <a:xfrm>
          <a:off x="0" y="0"/>
          <a:ext cx="439578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DA56A86-5DF7-45BA-B011-3C6E89D8633F}">
      <dsp:nvSpPr>
        <dsp:cNvPr id="0" name=""/>
        <dsp:cNvSpPr/>
      </dsp:nvSpPr>
      <dsp:spPr>
        <a:xfrm>
          <a:off x="0" y="0"/>
          <a:ext cx="879157" cy="42005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kern="1200" dirty="0"/>
            <a:t>Controle de mochilas e Periféricos</a:t>
          </a:r>
        </a:p>
      </dsp:txBody>
      <dsp:txXfrm>
        <a:off x="0" y="0"/>
        <a:ext cx="879157" cy="4200525"/>
      </dsp:txXfrm>
    </dsp:sp>
    <dsp:sp modelId="{3B3066F3-9705-4D55-9561-82809AB0CEB3}">
      <dsp:nvSpPr>
        <dsp:cNvPr id="0" name=""/>
        <dsp:cNvSpPr/>
      </dsp:nvSpPr>
      <dsp:spPr>
        <a:xfrm>
          <a:off x="945094" y="65633"/>
          <a:ext cx="3450693" cy="13126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900" kern="1200" dirty="0"/>
            <a:t>Eles fazem trabalho manual de CTRL+C e CTRL+V, para passa informações para uma única planilha</a:t>
          </a:r>
        </a:p>
      </dsp:txBody>
      <dsp:txXfrm>
        <a:off x="945094" y="65633"/>
        <a:ext cx="3450693" cy="1312664"/>
      </dsp:txXfrm>
    </dsp:sp>
    <dsp:sp modelId="{B00F53C8-DE69-406A-AF8D-B29DA52A56D7}">
      <dsp:nvSpPr>
        <dsp:cNvPr id="0" name=""/>
        <dsp:cNvSpPr/>
      </dsp:nvSpPr>
      <dsp:spPr>
        <a:xfrm>
          <a:off x="879157" y="1378297"/>
          <a:ext cx="351663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55C236E-631C-42F6-A028-AA16852DAB30}">
      <dsp:nvSpPr>
        <dsp:cNvPr id="0" name=""/>
        <dsp:cNvSpPr/>
      </dsp:nvSpPr>
      <dsp:spPr>
        <a:xfrm>
          <a:off x="945094" y="1443930"/>
          <a:ext cx="3450693" cy="13126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900" kern="1200" dirty="0"/>
            <a:t>Unificar todas as planilhas criando um banco de dados no SQL</a:t>
          </a:r>
        </a:p>
      </dsp:txBody>
      <dsp:txXfrm>
        <a:off x="945094" y="1443930"/>
        <a:ext cx="3450693" cy="1312664"/>
      </dsp:txXfrm>
    </dsp:sp>
    <dsp:sp modelId="{966068DA-72F4-4E1F-97A9-ACBEA244EEC3}">
      <dsp:nvSpPr>
        <dsp:cNvPr id="0" name=""/>
        <dsp:cNvSpPr/>
      </dsp:nvSpPr>
      <dsp:spPr>
        <a:xfrm>
          <a:off x="879157" y="2756594"/>
          <a:ext cx="351663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A6588A4-4969-4F1B-9259-9F4C07FAB761}">
      <dsp:nvSpPr>
        <dsp:cNvPr id="0" name=""/>
        <dsp:cNvSpPr/>
      </dsp:nvSpPr>
      <dsp:spPr>
        <a:xfrm>
          <a:off x="945094" y="2822227"/>
          <a:ext cx="3450693" cy="13126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900" kern="1200" dirty="0"/>
            <a:t>Criar tabelas e coluna no </a:t>
          </a:r>
          <a:r>
            <a:rPr lang="pt-BR" sz="1900" kern="1200" dirty="0" err="1"/>
            <a:t>sql</a:t>
          </a:r>
          <a:r>
            <a:rPr lang="pt-BR" sz="1900" kern="1200" dirty="0"/>
            <a:t> de acordo com o que tem no Excel e usar </a:t>
          </a:r>
          <a:r>
            <a:rPr lang="pt-BR" sz="1900" kern="1200" dirty="0" err="1"/>
            <a:t>inner</a:t>
          </a:r>
          <a:r>
            <a:rPr lang="pt-BR" sz="1900" kern="1200" dirty="0"/>
            <a:t> Join para unificar todas</a:t>
          </a:r>
        </a:p>
      </dsp:txBody>
      <dsp:txXfrm>
        <a:off x="945094" y="2822227"/>
        <a:ext cx="3450693" cy="1312664"/>
      </dsp:txXfrm>
    </dsp:sp>
    <dsp:sp modelId="{5419EFEC-7F9C-4F0C-8D1E-D5D68F4DCBCF}">
      <dsp:nvSpPr>
        <dsp:cNvPr id="0" name=""/>
        <dsp:cNvSpPr/>
      </dsp:nvSpPr>
      <dsp:spPr>
        <a:xfrm>
          <a:off x="879157" y="4134891"/>
          <a:ext cx="351663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7C2F599-1FB6-4985-8C7A-0B8E3E10FA5C}">
      <dsp:nvSpPr>
        <dsp:cNvPr id="0" name=""/>
        <dsp:cNvSpPr/>
      </dsp:nvSpPr>
      <dsp:spPr>
        <a:xfrm rot="5400000">
          <a:off x="2741879" y="-767601"/>
          <a:ext cx="1341147" cy="3211720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62865" rIns="125730" bIns="62865" numCol="1" spcCol="1270" anchor="ctr" anchorCtr="0">
          <a:noAutofit/>
        </a:bodyPr>
        <a:lstStyle/>
        <a:p>
          <a:pPr marL="285750" lvl="1" indent="-285750" algn="l" defTabSz="1466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3300" kern="1200" dirty="0"/>
            <a:t>Colunas</a:t>
          </a:r>
        </a:p>
        <a:p>
          <a:pPr marL="285750" lvl="1" indent="-285750" algn="l" defTabSz="1466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3300" kern="1200" dirty="0"/>
            <a:t>Planilha</a:t>
          </a:r>
        </a:p>
      </dsp:txBody>
      <dsp:txXfrm rot="-5400000">
        <a:off x="1806593" y="233154"/>
        <a:ext cx="3146251" cy="1210209"/>
      </dsp:txXfrm>
    </dsp:sp>
    <dsp:sp modelId="{DBEAEB0B-9B79-49C3-B019-ECD8A26EB318}">
      <dsp:nvSpPr>
        <dsp:cNvPr id="0" name=""/>
        <dsp:cNvSpPr/>
      </dsp:nvSpPr>
      <dsp:spPr>
        <a:xfrm>
          <a:off x="0" y="41"/>
          <a:ext cx="1806592" cy="167643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32385" rIns="64770" bIns="3238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700" kern="1200" dirty="0"/>
            <a:t>SQL</a:t>
          </a:r>
        </a:p>
      </dsp:txBody>
      <dsp:txXfrm>
        <a:off x="81837" y="81878"/>
        <a:ext cx="1642918" cy="1512760"/>
      </dsp:txXfrm>
    </dsp:sp>
    <dsp:sp modelId="{9511102B-D653-44AA-AEBE-E8384EB53379}">
      <dsp:nvSpPr>
        <dsp:cNvPr id="0" name=""/>
        <dsp:cNvSpPr/>
      </dsp:nvSpPr>
      <dsp:spPr>
        <a:xfrm rot="5400000">
          <a:off x="2741879" y="992654"/>
          <a:ext cx="1341147" cy="3211720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62865" rIns="125730" bIns="62865" numCol="1" spcCol="1270" anchor="ctr" anchorCtr="0">
          <a:noAutofit/>
        </a:bodyPr>
        <a:lstStyle/>
        <a:p>
          <a:pPr marL="285750" lvl="1" indent="-285750" algn="l" defTabSz="1466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3300" kern="1200" dirty="0" err="1"/>
            <a:t>Inner</a:t>
          </a:r>
          <a:r>
            <a:rPr lang="pt-BR" sz="3300" kern="1200" dirty="0"/>
            <a:t> Join</a:t>
          </a:r>
        </a:p>
        <a:p>
          <a:pPr marL="285750" lvl="1" indent="-285750" algn="l" defTabSz="1466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3300" kern="1200" dirty="0"/>
            <a:t>Planilha final</a:t>
          </a:r>
        </a:p>
      </dsp:txBody>
      <dsp:txXfrm rot="-5400000">
        <a:off x="1806593" y="1993410"/>
        <a:ext cx="3146251" cy="1210209"/>
      </dsp:txXfrm>
    </dsp:sp>
    <dsp:sp modelId="{F380D7BE-E620-48E4-BD09-541938BF72AE}">
      <dsp:nvSpPr>
        <dsp:cNvPr id="0" name=""/>
        <dsp:cNvSpPr/>
      </dsp:nvSpPr>
      <dsp:spPr>
        <a:xfrm>
          <a:off x="0" y="1760297"/>
          <a:ext cx="1806592" cy="167643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32385" rIns="64770" bIns="3238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700" kern="1200" dirty="0"/>
            <a:t>Manipulação</a:t>
          </a:r>
        </a:p>
      </dsp:txBody>
      <dsp:txXfrm>
        <a:off x="81837" y="1842134"/>
        <a:ext cx="1642918" cy="151276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D465BE8-2F1A-4752-B1BF-F63E9B8994A0}">
      <dsp:nvSpPr>
        <dsp:cNvPr id="0" name=""/>
        <dsp:cNvSpPr/>
      </dsp:nvSpPr>
      <dsp:spPr>
        <a:xfrm rot="5400000">
          <a:off x="2834414" y="-479916"/>
          <a:ext cx="3160595" cy="4910577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64770" rIns="129540" bIns="64770" numCol="1" spcCol="1270" anchor="ctr" anchorCtr="0">
          <a:noAutofit/>
        </a:bodyPr>
        <a:lstStyle/>
        <a:p>
          <a:pPr marL="285750" lvl="1" indent="-285750" algn="l" defTabSz="1511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3400" kern="1200" dirty="0"/>
            <a:t>SAP</a:t>
          </a:r>
        </a:p>
        <a:p>
          <a:pPr marL="285750" lvl="1" indent="-285750" algn="l" defTabSz="1511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3400" kern="1200" dirty="0"/>
            <a:t>CSV</a:t>
          </a:r>
        </a:p>
        <a:p>
          <a:pPr marL="285750" lvl="1" indent="-285750" algn="l" defTabSz="1511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3400" kern="1200" dirty="0"/>
            <a:t>ETL</a:t>
          </a:r>
        </a:p>
        <a:p>
          <a:pPr marL="285750" lvl="1" indent="-285750" algn="l" defTabSz="1511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3400" kern="1200" dirty="0"/>
            <a:t>SQL</a:t>
          </a:r>
        </a:p>
        <a:p>
          <a:pPr marL="285750" lvl="1" indent="-285750" algn="l" defTabSz="1511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3400" kern="1200" dirty="0"/>
            <a:t>EXCEL</a:t>
          </a:r>
        </a:p>
      </dsp:txBody>
      <dsp:txXfrm rot="-5400000">
        <a:off x="1959423" y="549363"/>
        <a:ext cx="4756289" cy="2852019"/>
      </dsp:txXfrm>
    </dsp:sp>
    <dsp:sp modelId="{E79EB2B6-C874-45E0-AC97-F01A1499FC62}">
      <dsp:nvSpPr>
        <dsp:cNvPr id="0" name=""/>
        <dsp:cNvSpPr/>
      </dsp:nvSpPr>
      <dsp:spPr>
        <a:xfrm>
          <a:off x="0" y="0"/>
          <a:ext cx="1932236" cy="395074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6500" kern="1200" dirty="0"/>
            <a:t>ETL</a:t>
          </a:r>
        </a:p>
      </dsp:txBody>
      <dsp:txXfrm>
        <a:off x="94324" y="94324"/>
        <a:ext cx="1743588" cy="376209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18T23:05:33.9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C7617C-B373-4523-802F-C83E419317BF}" type="datetimeFigureOut">
              <a:rPr lang="pt-BR" smtClean="0"/>
              <a:t>18/05/2024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057BB7-C63D-47FC-A750-13C9BFA35B9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454105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057BB7-C63D-47FC-A750-13C9BFA35B9C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843541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3B526-6742-4533-9567-03F0656AE10A}" type="datetimeFigureOut">
              <a:rPr lang="pt-BR" smtClean="0"/>
              <a:t>18/05/2024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2BEE8-94C6-4EC2-A9D4-AD7A4DB543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086886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3B526-6742-4533-9567-03F0656AE10A}" type="datetimeFigureOut">
              <a:rPr lang="pt-BR" smtClean="0"/>
              <a:t>18/05/2024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2BEE8-94C6-4EC2-A9D4-AD7A4DB543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396193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3B526-6742-4533-9567-03F0656AE10A}" type="datetimeFigureOut">
              <a:rPr lang="pt-BR" smtClean="0"/>
              <a:t>18/05/2024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2BEE8-94C6-4EC2-A9D4-AD7A4DB543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007735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3B526-6742-4533-9567-03F0656AE10A}" type="datetimeFigureOut">
              <a:rPr lang="pt-BR" smtClean="0"/>
              <a:t>18/05/2024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2BEE8-94C6-4EC2-A9D4-AD7A4DB543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468851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3B526-6742-4533-9567-03F0656AE10A}" type="datetimeFigureOut">
              <a:rPr lang="pt-BR" smtClean="0"/>
              <a:t>18/05/2024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2BEE8-94C6-4EC2-A9D4-AD7A4DB543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595595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3B526-6742-4533-9567-03F0656AE10A}" type="datetimeFigureOut">
              <a:rPr lang="pt-BR" smtClean="0"/>
              <a:t>18/05/2024</a:t>
            </a:fld>
            <a:endParaRPr lang="pt-BR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2BEE8-94C6-4EC2-A9D4-AD7A4DB543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09910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3B526-6742-4533-9567-03F0656AE10A}" type="datetimeFigureOut">
              <a:rPr lang="pt-BR" smtClean="0"/>
              <a:t>18/05/2024</a:t>
            </a:fld>
            <a:endParaRPr lang="pt-BR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2BEE8-94C6-4EC2-A9D4-AD7A4DB543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67481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3B526-6742-4533-9567-03F0656AE10A}" type="datetimeFigureOut">
              <a:rPr lang="pt-BR" smtClean="0"/>
              <a:t>18/05/2024</a:t>
            </a:fld>
            <a:endParaRPr lang="pt-BR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2BEE8-94C6-4EC2-A9D4-AD7A4DB543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110406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3B526-6742-4533-9567-03F0656AE10A}" type="datetimeFigureOut">
              <a:rPr lang="pt-BR" smtClean="0"/>
              <a:t>18/05/2024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2BEE8-94C6-4EC2-A9D4-AD7A4DB543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707849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3B526-6742-4533-9567-03F0656AE10A}" type="datetimeFigureOut">
              <a:rPr lang="pt-BR" smtClean="0"/>
              <a:t>18/05/2024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2BEE8-94C6-4EC2-A9D4-AD7A4DB543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410173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3B526-6742-4533-9567-03F0656AE10A}" type="datetimeFigureOut">
              <a:rPr lang="pt-BR" smtClean="0"/>
              <a:t>18/05/2024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2BEE8-94C6-4EC2-A9D4-AD7A4DB543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969916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pt-BR"/>
              <a:t>Clique para editar os estilos de texto Mestres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3B526-6742-4533-9567-03F0656AE10A}" type="datetimeFigureOut">
              <a:rPr lang="pt-BR" smtClean="0"/>
              <a:t>18/05/2024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2BEE8-94C6-4EC2-A9D4-AD7A4DB543B7}" type="slidenum">
              <a:rPr lang="pt-BR" smtClean="0"/>
              <a:t>‹nº›</a:t>
            </a:fld>
            <a:endParaRPr lang="pt-BR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242048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3B526-6742-4533-9567-03F0656AE10A}" type="datetimeFigureOut">
              <a:rPr lang="pt-BR" smtClean="0"/>
              <a:t>18/05/2024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2BEE8-94C6-4EC2-A9D4-AD7A4DB543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1976105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3B526-6742-4533-9567-03F0656AE10A}" type="datetimeFigureOut">
              <a:rPr lang="pt-BR" smtClean="0"/>
              <a:t>18/05/2024</a:t>
            </a:fld>
            <a:endParaRPr lang="pt-BR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2BEE8-94C6-4EC2-A9D4-AD7A4DB543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5553436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 d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3B526-6742-4533-9567-03F0656AE10A}" type="datetimeFigureOut">
              <a:rPr lang="pt-BR" smtClean="0"/>
              <a:t>18/05/2024</a:t>
            </a:fld>
            <a:endParaRPr lang="pt-BR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2BEE8-94C6-4EC2-A9D4-AD7A4DB543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7278231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3B526-6742-4533-9567-03F0656AE10A}" type="datetimeFigureOut">
              <a:rPr lang="pt-BR" smtClean="0"/>
              <a:t>18/05/2024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2BEE8-94C6-4EC2-A9D4-AD7A4DB543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8357437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3B526-6742-4533-9567-03F0656AE10A}" type="datetimeFigureOut">
              <a:rPr lang="pt-BR" smtClean="0"/>
              <a:t>18/05/2024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2BEE8-94C6-4EC2-A9D4-AD7A4DB543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598561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95C3B526-6742-4533-9567-03F0656AE10A}" type="datetimeFigureOut">
              <a:rPr lang="pt-BR" smtClean="0"/>
              <a:t>18/05/2024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42BEE8-94C6-4EC2-A9D4-AD7A4DB543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0523965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06" r:id="rId1"/>
    <p:sldLayoutId id="2147483807" r:id="rId2"/>
    <p:sldLayoutId id="2147483808" r:id="rId3"/>
    <p:sldLayoutId id="2147483809" r:id="rId4"/>
    <p:sldLayoutId id="2147483810" r:id="rId5"/>
    <p:sldLayoutId id="2147483811" r:id="rId6"/>
    <p:sldLayoutId id="2147483812" r:id="rId7"/>
    <p:sldLayoutId id="2147483813" r:id="rId8"/>
    <p:sldLayoutId id="2147483814" r:id="rId9"/>
    <p:sldLayoutId id="2147483815" r:id="rId10"/>
    <p:sldLayoutId id="2147483816" r:id="rId11"/>
    <p:sldLayoutId id="2147483817" r:id="rId12"/>
    <p:sldLayoutId id="2147483818" r:id="rId13"/>
    <p:sldLayoutId id="2147483819" r:id="rId14"/>
    <p:sldLayoutId id="2147483820" r:id="rId15"/>
    <p:sldLayoutId id="2147483821" r:id="rId16"/>
    <p:sldLayoutId id="2147483822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.xml"/><Relationship Id="rId3" Type="http://schemas.openxmlformats.org/officeDocument/2006/relationships/image" Target="../media/image16.png"/><Relationship Id="rId7" Type="http://schemas.openxmlformats.org/officeDocument/2006/relationships/diagramColors" Target="../diagrams/colors3.xm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Relationship Id="rId6" Type="http://schemas.openxmlformats.org/officeDocument/2006/relationships/diagramQuickStyle" Target="../diagrams/quickStyle3.xml"/><Relationship Id="rId5" Type="http://schemas.openxmlformats.org/officeDocument/2006/relationships/diagramLayout" Target="../diagrams/layout3.xml"/><Relationship Id="rId4" Type="http://schemas.openxmlformats.org/officeDocument/2006/relationships/diagramData" Target="../diagrams/data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9.png"/><Relationship Id="rId7" Type="http://schemas.openxmlformats.org/officeDocument/2006/relationships/image" Target="../media/image22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customXml" Target="../ink/ink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B18682AF-D7DD-9F8F-9671-76C18CCFBB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43"/>
            <a:ext cx="3086722" cy="1845005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9D0C9B0D-0882-DBE0-614A-ECB550E13E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36231" y="0"/>
            <a:ext cx="2755769" cy="1845005"/>
          </a:xfrm>
          <a:prstGeom prst="rect">
            <a:avLst/>
          </a:prstGeom>
        </p:spPr>
      </p:pic>
      <p:sp>
        <p:nvSpPr>
          <p:cNvPr id="7" name="Caixa de texto 6">
            <a:extLst>
              <a:ext uri="{FF2B5EF4-FFF2-40B4-BE49-F238E27FC236}">
                <a16:creationId xmlns:a16="http://schemas.microsoft.com/office/drawing/2014/main" id="{D1F62844-03D4-40A4-00AC-9B3FD1BAFC3A}"/>
              </a:ext>
            </a:extLst>
          </p:cNvPr>
          <p:cNvSpPr txBox="1"/>
          <p:nvPr/>
        </p:nvSpPr>
        <p:spPr>
          <a:xfrm>
            <a:off x="3765400" y="2938805"/>
            <a:ext cx="4661199" cy="67710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rtl="0">
              <a:tabLst>
                <a:tab pos="347663" algn="l"/>
              </a:tabLst>
            </a:pPr>
            <a:r>
              <a:rPr lang="pt-BR" sz="4400" b="1" dirty="0">
                <a:solidFill>
                  <a:schemeClr val="bg1"/>
                </a:solidFill>
                <a:latin typeface="+mj-lt"/>
              </a:rPr>
              <a:t>POCOTECH </a:t>
            </a:r>
          </a:p>
        </p:txBody>
      </p:sp>
      <p:sp>
        <p:nvSpPr>
          <p:cNvPr id="8" name="Caixa de texto 20">
            <a:extLst>
              <a:ext uri="{FF2B5EF4-FFF2-40B4-BE49-F238E27FC236}">
                <a16:creationId xmlns:a16="http://schemas.microsoft.com/office/drawing/2014/main" id="{1FA507AA-FF07-851D-9982-1622BE6A9D2A}"/>
              </a:ext>
            </a:extLst>
          </p:cNvPr>
          <p:cNvSpPr txBox="1"/>
          <p:nvPr/>
        </p:nvSpPr>
        <p:spPr>
          <a:xfrm>
            <a:off x="2672526" y="4111760"/>
            <a:ext cx="6846945" cy="155374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rtl="0">
              <a:tabLst>
                <a:tab pos="347663" algn="l"/>
              </a:tabLst>
            </a:pPr>
            <a:r>
              <a:rPr lang="pt-BR" sz="2000" dirty="0">
                <a:solidFill>
                  <a:schemeClr val="bg1"/>
                </a:solidFill>
              </a:rPr>
              <a:t>Vitor de Andrade Ferreira Dias – RM 957132 </a:t>
            </a:r>
          </a:p>
          <a:p>
            <a:pPr algn="ctr" rtl="0">
              <a:tabLst>
                <a:tab pos="347663" algn="l"/>
              </a:tabLst>
            </a:pPr>
            <a:r>
              <a:rPr lang="pt-BR" sz="2000" dirty="0">
                <a:solidFill>
                  <a:schemeClr val="bg1"/>
                </a:solidFill>
              </a:rPr>
              <a:t>Guilherme Macário da Silva - RM: 84057 </a:t>
            </a:r>
          </a:p>
          <a:p>
            <a:pPr algn="ctr" rtl="0">
              <a:tabLst>
                <a:tab pos="347663" algn="l"/>
              </a:tabLst>
            </a:pPr>
            <a:r>
              <a:rPr lang="pt-BR" sz="2000" dirty="0" err="1">
                <a:solidFill>
                  <a:schemeClr val="bg1"/>
                </a:solidFill>
              </a:rPr>
              <a:t>Kaique</a:t>
            </a:r>
            <a:r>
              <a:rPr lang="pt-BR" sz="2000" dirty="0">
                <a:solidFill>
                  <a:schemeClr val="bg1"/>
                </a:solidFill>
              </a:rPr>
              <a:t> Carvalho da Silva - RM: 93040</a:t>
            </a:r>
          </a:p>
          <a:p>
            <a:pPr algn="ctr" rtl="0">
              <a:tabLst>
                <a:tab pos="347663" algn="l"/>
              </a:tabLst>
            </a:pPr>
            <a:r>
              <a:rPr lang="pt-BR" sz="2000" dirty="0" err="1">
                <a:solidFill>
                  <a:schemeClr val="bg1"/>
                </a:solidFill>
              </a:rPr>
              <a:t>Julio</a:t>
            </a:r>
            <a:r>
              <a:rPr lang="pt-BR" sz="2000" dirty="0">
                <a:solidFill>
                  <a:schemeClr val="bg1"/>
                </a:solidFill>
              </a:rPr>
              <a:t> Cesar de Andrade Santana – RM 88100</a:t>
            </a:r>
          </a:p>
          <a:p>
            <a:pPr algn="ctr" rtl="0">
              <a:tabLst>
                <a:tab pos="347663" algn="l"/>
              </a:tabLst>
            </a:pPr>
            <a:r>
              <a:rPr lang="pt-BR" sz="2000" dirty="0">
                <a:solidFill>
                  <a:schemeClr val="bg1"/>
                </a:solidFill>
              </a:rPr>
              <a:t>BENJAMIM LUCAS RODRIGUES GONÇALO - RM96026</a:t>
            </a:r>
          </a:p>
        </p:txBody>
      </p:sp>
    </p:spTree>
    <p:extLst>
      <p:ext uri="{BB962C8B-B14F-4D97-AF65-F5344CB8AC3E}">
        <p14:creationId xmlns:p14="http://schemas.microsoft.com/office/powerpoint/2010/main" val="3865097445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64731EF9-EE25-9E4B-52F1-6B358803DF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Análise de Dados  </a:t>
            </a:r>
            <a:br>
              <a:rPr lang="pt-BR" dirty="0"/>
            </a:br>
            <a:r>
              <a:rPr lang="pt-BR" dirty="0"/>
              <a:t>Controle de Mochilas e Periféricos</a:t>
            </a:r>
          </a:p>
        </p:txBody>
      </p:sp>
      <p:graphicFrame>
        <p:nvGraphicFramePr>
          <p:cNvPr id="13" name="Espaço Reservado para Conteúdo 12">
            <a:extLst>
              <a:ext uri="{FF2B5EF4-FFF2-40B4-BE49-F238E27FC236}">
                <a16:creationId xmlns:a16="http://schemas.microsoft.com/office/drawing/2014/main" id="{82C27806-0E55-E632-8A2C-00DB1AF161BD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553718779"/>
              </p:ext>
            </p:extLst>
          </p:nvPr>
        </p:nvGraphicFramePr>
        <p:xfrm>
          <a:off x="1103313" y="2060575"/>
          <a:ext cx="4395787" cy="41957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14" name="Espaço Reservado para Conteúdo 12">
            <a:extLst>
              <a:ext uri="{FF2B5EF4-FFF2-40B4-BE49-F238E27FC236}">
                <a16:creationId xmlns:a16="http://schemas.microsoft.com/office/drawing/2014/main" id="{361400AC-8C47-7D46-C555-3BEFAAEB52D6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089249461"/>
              </p:ext>
            </p:extLst>
          </p:nvPr>
        </p:nvGraphicFramePr>
        <p:xfrm>
          <a:off x="5654675" y="2055813"/>
          <a:ext cx="4395788" cy="42005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39232259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62A8F3-55C5-9C5A-132F-87E6DA0769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56739" cy="1458632"/>
          </a:xfrm>
        </p:spPr>
        <p:txBody>
          <a:bodyPr/>
          <a:lstStyle/>
          <a:p>
            <a:r>
              <a:rPr lang="pt-BR" dirty="0"/>
              <a:t>Análise de Dados  </a:t>
            </a:r>
            <a:br>
              <a:rPr lang="pt-BR" dirty="0"/>
            </a:br>
            <a:r>
              <a:rPr lang="pt-BR" dirty="0"/>
              <a:t>Controle de Mochilas e Periféricos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A7A586B6-B6C1-D7B0-246F-4DEB39D77264}"/>
              </a:ext>
            </a:extLst>
          </p:cNvPr>
          <p:cNvSpPr/>
          <p:nvPr/>
        </p:nvSpPr>
        <p:spPr>
          <a:xfrm>
            <a:off x="285025" y="2270942"/>
            <a:ext cx="2305050" cy="3835400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Atualizar todos em tempo real através de </a:t>
            </a:r>
            <a:r>
              <a:rPr lang="pt-BR" dirty="0" err="1"/>
              <a:t>obdc</a:t>
            </a:r>
            <a:r>
              <a:rPr lang="pt-BR" dirty="0"/>
              <a:t>.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37C95003-4DB3-295F-97BB-2823F61E0C5C}"/>
              </a:ext>
            </a:extLst>
          </p:cNvPr>
          <p:cNvSpPr/>
          <p:nvPr/>
        </p:nvSpPr>
        <p:spPr>
          <a:xfrm>
            <a:off x="2741749" y="2270942"/>
            <a:ext cx="2305050" cy="3835400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Verificar se conseguimos extrair informações da fonte de dados deles que é o SAP	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F6ED8791-DFBB-DF7E-A032-E8E73646E936}"/>
              </a:ext>
            </a:extLst>
          </p:cNvPr>
          <p:cNvSpPr/>
          <p:nvPr/>
        </p:nvSpPr>
        <p:spPr>
          <a:xfrm>
            <a:off x="5697673" y="2270941"/>
            <a:ext cx="2305050" cy="3835400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  <a:p>
            <a:pPr algn="ctr"/>
            <a:endParaRPr lang="pt-BR" dirty="0"/>
          </a:p>
          <a:p>
            <a:pPr algn="ctr"/>
            <a:endParaRPr lang="pt-BR" dirty="0"/>
          </a:p>
          <a:p>
            <a:pPr algn="ctr"/>
            <a:r>
              <a:rPr lang="pt-BR" dirty="0"/>
              <a:t>ETL (utilizando o </a:t>
            </a:r>
            <a:r>
              <a:rPr lang="pt-BR" dirty="0" err="1"/>
              <a:t>Knime</a:t>
            </a:r>
            <a:r>
              <a:rPr lang="pt-BR" dirty="0"/>
              <a:t> ou </a:t>
            </a:r>
            <a:r>
              <a:rPr lang="pt-BR" dirty="0" err="1"/>
              <a:t>Pentaho</a:t>
            </a:r>
            <a:r>
              <a:rPr lang="pt-BR" dirty="0"/>
              <a:t>) do SAP para o SQL, utilizaremos script em </a:t>
            </a:r>
            <a:r>
              <a:rPr lang="pt-BR" dirty="0" err="1"/>
              <a:t>python</a:t>
            </a:r>
            <a:r>
              <a:rPr lang="pt-BR" dirty="0"/>
              <a:t> para fazer isso, depois de atualizados</a:t>
            </a:r>
          </a:p>
        </p:txBody>
      </p:sp>
      <p:pic>
        <p:nvPicPr>
          <p:cNvPr id="14" name="Imagem 13">
            <a:extLst>
              <a:ext uri="{FF2B5EF4-FFF2-40B4-BE49-F238E27FC236}">
                <a16:creationId xmlns:a16="http://schemas.microsoft.com/office/drawing/2014/main" id="{9A311876-111B-1BE8-8855-86EF060B2B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025" y="2270941"/>
            <a:ext cx="2320468" cy="1158059"/>
          </a:xfrm>
          <a:prstGeom prst="rect">
            <a:avLst/>
          </a:prstGeom>
        </p:spPr>
      </p:pic>
      <p:pic>
        <p:nvPicPr>
          <p:cNvPr id="16" name="Imagem 15">
            <a:extLst>
              <a:ext uri="{FF2B5EF4-FFF2-40B4-BE49-F238E27FC236}">
                <a16:creationId xmlns:a16="http://schemas.microsoft.com/office/drawing/2014/main" id="{60D9F1B0-712F-93A1-F1C3-822BB48714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7167" y="2270941"/>
            <a:ext cx="2305050" cy="1136087"/>
          </a:xfrm>
          <a:prstGeom prst="rect">
            <a:avLst/>
          </a:prstGeom>
        </p:spPr>
      </p:pic>
      <p:pic>
        <p:nvPicPr>
          <p:cNvPr id="18" name="Imagem 17">
            <a:extLst>
              <a:ext uri="{FF2B5EF4-FFF2-40B4-BE49-F238E27FC236}">
                <a16:creationId xmlns:a16="http://schemas.microsoft.com/office/drawing/2014/main" id="{13520CD6-3937-C68F-E86B-D1567359C4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97673" y="2270941"/>
            <a:ext cx="2305050" cy="1136087"/>
          </a:xfrm>
          <a:prstGeom prst="rect">
            <a:avLst/>
          </a:prstGeom>
        </p:spPr>
      </p:pic>
      <p:sp>
        <p:nvSpPr>
          <p:cNvPr id="19" name="Retângulo 18">
            <a:extLst>
              <a:ext uri="{FF2B5EF4-FFF2-40B4-BE49-F238E27FC236}">
                <a16:creationId xmlns:a16="http://schemas.microsoft.com/office/drawing/2014/main" id="{B4D0482B-5045-BA4B-D2DE-676A128D0ED3}"/>
              </a:ext>
            </a:extLst>
          </p:cNvPr>
          <p:cNvSpPr/>
          <p:nvPr/>
        </p:nvSpPr>
        <p:spPr>
          <a:xfrm>
            <a:off x="8789216" y="2270941"/>
            <a:ext cx="2305050" cy="3835400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  <a:p>
            <a:pPr algn="ctr"/>
            <a:endParaRPr lang="pt-BR" dirty="0"/>
          </a:p>
          <a:p>
            <a:pPr algn="ctr"/>
            <a:endParaRPr lang="pt-BR" dirty="0"/>
          </a:p>
          <a:p>
            <a:pPr algn="ctr"/>
            <a:r>
              <a:rPr lang="pt-BR" dirty="0"/>
              <a:t>Python para API, para desenvolver soluções com o tempo</a:t>
            </a:r>
          </a:p>
        </p:txBody>
      </p:sp>
      <p:pic>
        <p:nvPicPr>
          <p:cNvPr id="21" name="Imagem 20">
            <a:extLst>
              <a:ext uri="{FF2B5EF4-FFF2-40B4-BE49-F238E27FC236}">
                <a16:creationId xmlns:a16="http://schemas.microsoft.com/office/drawing/2014/main" id="{266E5E89-4277-CD7B-CE05-5DDFCC2B586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89216" y="2270941"/>
            <a:ext cx="2305050" cy="1136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0997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Espaço Reservado para Texto 221">
            <a:extLst>
              <a:ext uri="{FF2B5EF4-FFF2-40B4-BE49-F238E27FC236}">
                <a16:creationId xmlns:a16="http://schemas.microsoft.com/office/drawing/2014/main" id="{29AF9835-38F1-9E14-9CF4-0A36C64B0830}"/>
              </a:ext>
            </a:extLst>
          </p:cNvPr>
          <p:cNvSpPr txBox="1">
            <a:spLocks/>
          </p:cNvSpPr>
          <p:nvPr/>
        </p:nvSpPr>
        <p:spPr>
          <a:xfrm>
            <a:off x="7340494" y="2509107"/>
            <a:ext cx="2066101" cy="2704392"/>
          </a:xfrm>
          <a:custGeom>
            <a:avLst/>
            <a:gdLst>
              <a:gd name="connsiteX0" fmla="*/ 0 w 2066101"/>
              <a:gd name="connsiteY0" fmla="*/ 0 h 2704392"/>
              <a:gd name="connsiteX1" fmla="*/ 2066101 w 2066101"/>
              <a:gd name="connsiteY1" fmla="*/ 0 h 2704392"/>
              <a:gd name="connsiteX2" fmla="*/ 2066101 w 2066101"/>
              <a:gd name="connsiteY2" fmla="*/ 2704392 h 2704392"/>
              <a:gd name="connsiteX3" fmla="*/ 0 w 2066101"/>
              <a:gd name="connsiteY3" fmla="*/ 2704392 h 27043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66101" h="2704392">
                <a:moveTo>
                  <a:pt x="0" y="0"/>
                </a:moveTo>
                <a:lnTo>
                  <a:pt x="2066101" y="0"/>
                </a:lnTo>
                <a:lnTo>
                  <a:pt x="2066101" y="2704392"/>
                </a:lnTo>
                <a:lnTo>
                  <a:pt x="0" y="2704392"/>
                </a:lnTo>
                <a:close/>
              </a:path>
            </a:pathLst>
          </a:custGeom>
        </p:spPr>
        <p:txBody>
          <a:bodyPr rtlCol="0"/>
          <a:lstStyle>
            <a:defPPr>
              <a:defRPr lang="pt-BR"/>
            </a:defPPr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endParaRPr lang="pt-BR" dirty="0"/>
          </a:p>
        </p:txBody>
      </p:sp>
      <p:pic>
        <p:nvPicPr>
          <p:cNvPr id="46" name="Imagem 45">
            <a:extLst>
              <a:ext uri="{FF2B5EF4-FFF2-40B4-BE49-F238E27FC236}">
                <a16:creationId xmlns:a16="http://schemas.microsoft.com/office/drawing/2014/main" id="{9B9C7E32-295C-B162-2D34-40294F1DED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2394" y="0"/>
            <a:ext cx="4129606" cy="5333999"/>
          </a:xfrm>
          <a:prstGeom prst="rect">
            <a:avLst/>
          </a:prstGeom>
        </p:spPr>
      </p:pic>
      <p:pic>
        <p:nvPicPr>
          <p:cNvPr id="48" name="Imagem 47">
            <a:extLst>
              <a:ext uri="{FF2B5EF4-FFF2-40B4-BE49-F238E27FC236}">
                <a16:creationId xmlns:a16="http://schemas.microsoft.com/office/drawing/2014/main" id="{DBA9106F-E78E-0174-36B0-C43792F7F1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2394" y="5334000"/>
            <a:ext cx="4129606" cy="1524000"/>
          </a:xfrm>
          <a:prstGeom prst="rect">
            <a:avLst/>
          </a:prstGeom>
        </p:spPr>
      </p:pic>
      <p:sp>
        <p:nvSpPr>
          <p:cNvPr id="56" name="Seta: para Baixo 55">
            <a:extLst>
              <a:ext uri="{FF2B5EF4-FFF2-40B4-BE49-F238E27FC236}">
                <a16:creationId xmlns:a16="http://schemas.microsoft.com/office/drawing/2014/main" id="{E1BA3045-F276-DD77-208C-5BF5EDC2CAFB}"/>
              </a:ext>
            </a:extLst>
          </p:cNvPr>
          <p:cNvSpPr/>
          <p:nvPr/>
        </p:nvSpPr>
        <p:spPr>
          <a:xfrm rot="16200000">
            <a:off x="7022941" y="-335712"/>
            <a:ext cx="635106" cy="175254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57" name="Fluxograma: Processo 56">
            <a:extLst>
              <a:ext uri="{FF2B5EF4-FFF2-40B4-BE49-F238E27FC236}">
                <a16:creationId xmlns:a16="http://schemas.microsoft.com/office/drawing/2014/main" id="{8AB92244-078B-41C8-DA2B-57B296D0DA8F}"/>
              </a:ext>
            </a:extLst>
          </p:cNvPr>
          <p:cNvSpPr/>
          <p:nvPr/>
        </p:nvSpPr>
        <p:spPr>
          <a:xfrm>
            <a:off x="6009022" y="385181"/>
            <a:ext cx="1851077" cy="310760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SAP Extração</a:t>
            </a:r>
          </a:p>
        </p:txBody>
      </p:sp>
      <p:pic>
        <p:nvPicPr>
          <p:cNvPr id="72" name="Imagem 71">
            <a:extLst>
              <a:ext uri="{FF2B5EF4-FFF2-40B4-BE49-F238E27FC236}">
                <a16:creationId xmlns:a16="http://schemas.microsoft.com/office/drawing/2014/main" id="{C50CDC7F-E2DD-231A-E622-3BF12AD011D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434" y="1998617"/>
            <a:ext cx="4433655" cy="4859383"/>
          </a:xfrm>
          <a:prstGeom prst="rect">
            <a:avLst/>
          </a:prstGeom>
        </p:spPr>
      </p:pic>
      <p:sp>
        <p:nvSpPr>
          <p:cNvPr id="75" name="Seta: para Baixo 74">
            <a:extLst>
              <a:ext uri="{FF2B5EF4-FFF2-40B4-BE49-F238E27FC236}">
                <a16:creationId xmlns:a16="http://schemas.microsoft.com/office/drawing/2014/main" id="{190E5283-EA0A-7EF5-970D-64F39FADE422}"/>
              </a:ext>
            </a:extLst>
          </p:cNvPr>
          <p:cNvSpPr/>
          <p:nvPr/>
        </p:nvSpPr>
        <p:spPr>
          <a:xfrm>
            <a:off x="1645920" y="1358537"/>
            <a:ext cx="1280160" cy="62701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6" name="Retângulo 75">
            <a:extLst>
              <a:ext uri="{FF2B5EF4-FFF2-40B4-BE49-F238E27FC236}">
                <a16:creationId xmlns:a16="http://schemas.microsoft.com/office/drawing/2014/main" id="{D76CCAEC-2819-7C6C-ABE1-0F1C898AB22B}"/>
              </a:ext>
            </a:extLst>
          </p:cNvPr>
          <p:cNvSpPr/>
          <p:nvPr/>
        </p:nvSpPr>
        <p:spPr>
          <a:xfrm>
            <a:off x="121434" y="600891"/>
            <a:ext cx="4433655" cy="75764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Convertendo script de SAP para o </a:t>
            </a:r>
            <a:r>
              <a:rPr lang="pt-BR" dirty="0" err="1"/>
              <a:t>python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348707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ítulo 14">
            <a:extLst>
              <a:ext uri="{FF2B5EF4-FFF2-40B4-BE49-F238E27FC236}">
                <a16:creationId xmlns:a16="http://schemas.microsoft.com/office/drawing/2014/main" id="{8A029CF2-7BC6-95ED-5891-2FBE45156F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BANCO DE DADOS</a:t>
            </a:r>
            <a:br>
              <a:rPr lang="pt-BR" dirty="0"/>
            </a:br>
            <a:r>
              <a:rPr lang="pt-BR" dirty="0"/>
              <a:t>SQL</a:t>
            </a:r>
          </a:p>
        </p:txBody>
      </p:sp>
      <p:pic>
        <p:nvPicPr>
          <p:cNvPr id="21" name="Imagem 20">
            <a:extLst>
              <a:ext uri="{FF2B5EF4-FFF2-40B4-BE49-F238E27FC236}">
                <a16:creationId xmlns:a16="http://schemas.microsoft.com/office/drawing/2014/main" id="{058E9084-2386-6D4F-89D6-BED969EE15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95750" y="0"/>
            <a:ext cx="2934109" cy="2876951"/>
          </a:xfrm>
          <a:prstGeom prst="rect">
            <a:avLst/>
          </a:prstGeom>
        </p:spPr>
      </p:pic>
      <p:pic>
        <p:nvPicPr>
          <p:cNvPr id="23" name="Imagem 22">
            <a:extLst>
              <a:ext uri="{FF2B5EF4-FFF2-40B4-BE49-F238E27FC236}">
                <a16:creationId xmlns:a16="http://schemas.microsoft.com/office/drawing/2014/main" id="{5D4E4230-454A-7F50-CF23-F6945FDBEC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5749" y="3710849"/>
            <a:ext cx="2934109" cy="2879363"/>
          </a:xfrm>
          <a:prstGeom prst="rect">
            <a:avLst/>
          </a:prstGeom>
        </p:spPr>
      </p:pic>
      <p:graphicFrame>
        <p:nvGraphicFramePr>
          <p:cNvPr id="24" name="Espaço Reservado para Conteúdo 20">
            <a:extLst>
              <a:ext uri="{FF2B5EF4-FFF2-40B4-BE49-F238E27FC236}">
                <a16:creationId xmlns:a16="http://schemas.microsoft.com/office/drawing/2014/main" id="{1D469B93-0DF9-F699-81E1-C80E40C4126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72879380"/>
              </p:ext>
            </p:extLst>
          </p:nvPr>
        </p:nvGraphicFramePr>
        <p:xfrm>
          <a:off x="1077687" y="2690948"/>
          <a:ext cx="5018313" cy="343677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41940411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6CD8B4C8-A380-2CE4-B733-81C0B37CA2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6295" y="0"/>
            <a:ext cx="5145705" cy="2706959"/>
          </a:xfrm>
          <a:prstGeom prst="rect">
            <a:avLst/>
          </a:prstGeom>
        </p:spPr>
      </p:pic>
      <p:sp>
        <p:nvSpPr>
          <p:cNvPr id="16" name="Título 15">
            <a:extLst>
              <a:ext uri="{FF2B5EF4-FFF2-40B4-BE49-F238E27FC236}">
                <a16:creationId xmlns:a16="http://schemas.microsoft.com/office/drawing/2014/main" id="{B6AA5F37-FD27-9118-86C6-E3AA993CBA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227" y="261257"/>
            <a:ext cx="5963693" cy="1245826"/>
          </a:xfrm>
        </p:spPr>
        <p:txBody>
          <a:bodyPr/>
          <a:lstStyle/>
          <a:p>
            <a:r>
              <a:rPr lang="pt-BR" dirty="0"/>
              <a:t>Exemplo de ETL</a:t>
            </a:r>
          </a:p>
        </p:txBody>
      </p:sp>
      <p:graphicFrame>
        <p:nvGraphicFramePr>
          <p:cNvPr id="21" name="Espaço Reservado para Conteúdo 20">
            <a:extLst>
              <a:ext uri="{FF2B5EF4-FFF2-40B4-BE49-F238E27FC236}">
                <a16:creationId xmlns:a16="http://schemas.microsoft.com/office/drawing/2014/main" id="{92CA5DA2-8182-F628-8A76-B336DABB250F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431741654"/>
              </p:ext>
            </p:extLst>
          </p:nvPr>
        </p:nvGraphicFramePr>
        <p:xfrm>
          <a:off x="84910" y="2305594"/>
          <a:ext cx="6897188" cy="39507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2143227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900E2192-14A4-9FED-DE9B-16AF06AE25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1010" y="4206985"/>
            <a:ext cx="3635805" cy="1958683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BCFCA6E7-13B8-0DD1-FC3F-7B1E8E5EBF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862" y="54925"/>
            <a:ext cx="2032171" cy="3112149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2" name="Tinta 11">
                <a:extLst>
                  <a:ext uri="{FF2B5EF4-FFF2-40B4-BE49-F238E27FC236}">
                    <a16:creationId xmlns:a16="http://schemas.microsoft.com/office/drawing/2014/main" id="{966B8903-2D0B-8DE4-1FCF-DBB2D7354669}"/>
                  </a:ext>
                </a:extLst>
              </p14:cNvPr>
              <p14:cNvContentPartPr/>
              <p14:nvPr/>
            </p14:nvContentPartPr>
            <p14:xfrm>
              <a:off x="1752570" y="1479220"/>
              <a:ext cx="360" cy="360"/>
            </p14:xfrm>
          </p:contentPart>
        </mc:Choice>
        <mc:Fallback>
          <p:pic>
            <p:nvPicPr>
              <p:cNvPr id="12" name="Tinta 11">
                <a:extLst>
                  <a:ext uri="{FF2B5EF4-FFF2-40B4-BE49-F238E27FC236}">
                    <a16:creationId xmlns:a16="http://schemas.microsoft.com/office/drawing/2014/main" id="{966B8903-2D0B-8DE4-1FCF-DBB2D735466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743570" y="1470580"/>
                <a:ext cx="18000" cy="18000"/>
              </a:xfrm>
              <a:prstGeom prst="rect">
                <a:avLst/>
              </a:prstGeom>
            </p:spPr>
          </p:pic>
        </mc:Fallback>
      </mc:AlternateContent>
      <p:sp>
        <p:nvSpPr>
          <p:cNvPr id="13" name="Seta: para a Direita 12">
            <a:extLst>
              <a:ext uri="{FF2B5EF4-FFF2-40B4-BE49-F238E27FC236}">
                <a16:creationId xmlns:a16="http://schemas.microsoft.com/office/drawing/2014/main" id="{0492D987-4175-F142-2B47-3BB84D0F501D}"/>
              </a:ext>
            </a:extLst>
          </p:cNvPr>
          <p:cNvSpPr/>
          <p:nvPr/>
        </p:nvSpPr>
        <p:spPr>
          <a:xfrm>
            <a:off x="2560321" y="751114"/>
            <a:ext cx="1208314" cy="48985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5" name="Imagem 24">
            <a:extLst>
              <a:ext uri="{FF2B5EF4-FFF2-40B4-BE49-F238E27FC236}">
                <a16:creationId xmlns:a16="http://schemas.microsoft.com/office/drawing/2014/main" id="{4BE63D42-CF54-4BF3-915E-1AC7B53DDB2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37072" y="19594"/>
            <a:ext cx="2064786" cy="2534194"/>
          </a:xfrm>
          <a:prstGeom prst="rect">
            <a:avLst/>
          </a:prstGeom>
        </p:spPr>
      </p:pic>
      <p:pic>
        <p:nvPicPr>
          <p:cNvPr id="27" name="Imagem 26">
            <a:extLst>
              <a:ext uri="{FF2B5EF4-FFF2-40B4-BE49-F238E27FC236}">
                <a16:creationId xmlns:a16="http://schemas.microsoft.com/office/drawing/2014/main" id="{1C83A56C-4387-E407-A40D-65701C1DF76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52181" y="185091"/>
            <a:ext cx="3280170" cy="2435961"/>
          </a:xfrm>
          <a:prstGeom prst="rect">
            <a:avLst/>
          </a:prstGeom>
        </p:spPr>
      </p:pic>
      <p:pic>
        <p:nvPicPr>
          <p:cNvPr id="29" name="Imagem 28">
            <a:extLst>
              <a:ext uri="{FF2B5EF4-FFF2-40B4-BE49-F238E27FC236}">
                <a16:creationId xmlns:a16="http://schemas.microsoft.com/office/drawing/2014/main" id="{51A08FEA-AA83-747F-9982-0342FD96E97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4862" y="3835475"/>
            <a:ext cx="5487490" cy="2837434"/>
          </a:xfrm>
          <a:prstGeom prst="rect">
            <a:avLst/>
          </a:prstGeom>
        </p:spPr>
      </p:pic>
      <p:sp>
        <p:nvSpPr>
          <p:cNvPr id="30" name="Seta: para a Direita 29">
            <a:extLst>
              <a:ext uri="{FF2B5EF4-FFF2-40B4-BE49-F238E27FC236}">
                <a16:creationId xmlns:a16="http://schemas.microsoft.com/office/drawing/2014/main" id="{8D68701F-5781-C411-A915-42726197BCB8}"/>
              </a:ext>
            </a:extLst>
          </p:cNvPr>
          <p:cNvSpPr/>
          <p:nvPr/>
        </p:nvSpPr>
        <p:spPr>
          <a:xfrm>
            <a:off x="7493726" y="864325"/>
            <a:ext cx="1208314" cy="48985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1" name="Seta: para a Direita 30">
            <a:extLst>
              <a:ext uri="{FF2B5EF4-FFF2-40B4-BE49-F238E27FC236}">
                <a16:creationId xmlns:a16="http://schemas.microsoft.com/office/drawing/2014/main" id="{CAE3A070-F42E-64E1-0135-7C9D48EAA85B}"/>
              </a:ext>
            </a:extLst>
          </p:cNvPr>
          <p:cNvSpPr/>
          <p:nvPr/>
        </p:nvSpPr>
        <p:spPr>
          <a:xfrm>
            <a:off x="6150429" y="4941397"/>
            <a:ext cx="1208314" cy="48985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775316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1137BF44-9A01-6FBF-0B27-A9ABF66CB7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5" y="2861734"/>
            <a:ext cx="8825657" cy="1915647"/>
          </a:xfrm>
        </p:spPr>
        <p:txBody>
          <a:bodyPr/>
          <a:lstStyle/>
          <a:p>
            <a:r>
              <a:rPr lang="pt-BR" dirty="0"/>
              <a:t>POCOTECH – SANOFI 2024</a:t>
            </a:r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D4FC2C15-564E-5E37-DAE8-D0CDA5D170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Por fim esperaremos ter planilhas atualizadas em tempo real e assim melhorar a produtividade.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D2604D71-E964-B18A-1038-841AC73C689C}"/>
              </a:ext>
            </a:extLst>
          </p:cNvPr>
          <p:cNvSpPr txBox="1"/>
          <p:nvPr/>
        </p:nvSpPr>
        <p:spPr>
          <a:xfrm>
            <a:off x="1154955" y="1691640"/>
            <a:ext cx="88256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IA – TREINAMENTO DE ALGORITMO DE ANALISE PREDITIVA 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949F01DF-7092-4C8A-BD2D-80E509BB5B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4954" y="2226293"/>
            <a:ext cx="8373644" cy="1543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28010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Íon">
  <a:themeElements>
    <a:clrScheme name="Í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Í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Í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135</TotalTime>
  <Words>287</Words>
  <Application>Microsoft Office PowerPoint</Application>
  <PresentationFormat>Widescreen</PresentationFormat>
  <Paragraphs>46</Paragraphs>
  <Slides>8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13" baseType="lpstr">
      <vt:lpstr>Aptos</vt:lpstr>
      <vt:lpstr>Arial</vt:lpstr>
      <vt:lpstr>Century Gothic</vt:lpstr>
      <vt:lpstr>Wingdings 3</vt:lpstr>
      <vt:lpstr>Íon</vt:lpstr>
      <vt:lpstr>Apresentação do PowerPoint</vt:lpstr>
      <vt:lpstr>Análise de Dados   Controle de Mochilas e Periféricos</vt:lpstr>
      <vt:lpstr>Análise de Dados   Controle de Mochilas e Periféricos</vt:lpstr>
      <vt:lpstr>Apresentação do PowerPoint</vt:lpstr>
      <vt:lpstr>BANCO DE DADOS SQL</vt:lpstr>
      <vt:lpstr>Exemplo de ETL</vt:lpstr>
      <vt:lpstr>Apresentação do PowerPoint</vt:lpstr>
      <vt:lpstr>POCOTECH – SANOFI 2024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Guilherme Macario</dc:creator>
  <cp:lastModifiedBy>Guilherme Macario</cp:lastModifiedBy>
  <cp:revision>1</cp:revision>
  <dcterms:created xsi:type="dcterms:W3CDTF">2024-05-18T22:22:41Z</dcterms:created>
  <dcterms:modified xsi:type="dcterms:W3CDTF">2024-05-19T00:38:20Z</dcterms:modified>
</cp:coreProperties>
</file>