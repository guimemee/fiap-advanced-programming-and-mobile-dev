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10"/>
  </p:notesMasterIdLst>
  <p:sldIdLst>
    <p:sldId id="256" r:id="rId2"/>
    <p:sldId id="282" r:id="rId3"/>
    <p:sldId id="281" r:id="rId4"/>
    <p:sldId id="280" r:id="rId5"/>
    <p:sldId id="286" r:id="rId6"/>
    <p:sldId id="285" r:id="rId7"/>
    <p:sldId id="283" r:id="rId8"/>
    <p:sldId id="28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0B0CEA-9DF1-4DD1-8A59-12A9F219DD63}" v="31" dt="2024-05-19T18:00:19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88" autoAdjust="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Macario" userId="f7d209c4a899cfcf" providerId="LiveId" clId="{2A0B0CEA-9DF1-4DD1-8A59-12A9F219DD63}"/>
    <pc:docChg chg="modSld">
      <pc:chgData name="Guilherme Macario" userId="f7d209c4a899cfcf" providerId="LiveId" clId="{2A0B0CEA-9DF1-4DD1-8A59-12A9F219DD63}" dt="2024-05-19T18:00:19.083" v="39"/>
      <pc:docMkLst>
        <pc:docMk/>
      </pc:docMkLst>
      <pc:sldChg chg="addSp delSp modSp mod modTransition modAnim">
        <pc:chgData name="Guilherme Macario" userId="f7d209c4a899cfcf" providerId="LiveId" clId="{2A0B0CEA-9DF1-4DD1-8A59-12A9F219DD63}" dt="2024-05-19T17:52:34.698" v="15"/>
        <pc:sldMkLst>
          <pc:docMk/>
          <pc:sldMk cId="3865097445" sldId="256"/>
        </pc:sldMkLst>
        <pc:picChg chg="add del mod">
          <ac:chgData name="Guilherme Macario" userId="f7d209c4a899cfcf" providerId="LiveId" clId="{2A0B0CEA-9DF1-4DD1-8A59-12A9F219DD63}" dt="2024-05-19T17:44:35.374" v="2"/>
          <ac:picMkLst>
            <pc:docMk/>
            <pc:sldMk cId="3865097445" sldId="256"/>
            <ac:picMk id="9" creationId="{4D803C0B-302A-F8B0-403A-86E6749C30D8}"/>
          </ac:picMkLst>
        </pc:picChg>
        <pc:picChg chg="add del mod ord">
          <ac:chgData name="Guilherme Macario" userId="f7d209c4a899cfcf" providerId="LiveId" clId="{2A0B0CEA-9DF1-4DD1-8A59-12A9F219DD63}" dt="2024-05-19T17:44:43.844" v="3"/>
          <ac:picMkLst>
            <pc:docMk/>
            <pc:sldMk cId="3865097445" sldId="256"/>
            <ac:picMk id="12" creationId="{7877C37D-11CD-9FF8-3FB4-E348E614613B}"/>
          </ac:picMkLst>
        </pc:picChg>
        <pc:picChg chg="add del mod">
          <ac:chgData name="Guilherme Macario" userId="f7d209c4a899cfcf" providerId="LiveId" clId="{2A0B0CEA-9DF1-4DD1-8A59-12A9F219DD63}" dt="2024-05-19T17:44:46.273" v="5"/>
          <ac:picMkLst>
            <pc:docMk/>
            <pc:sldMk cId="3865097445" sldId="256"/>
            <ac:picMk id="13" creationId="{F7053B54-8846-0A07-76A4-00EDF8E5C583}"/>
          </ac:picMkLst>
        </pc:picChg>
        <pc:picChg chg="add del mod ord">
          <ac:chgData name="Guilherme Macario" userId="f7d209c4a899cfcf" providerId="LiveId" clId="{2A0B0CEA-9DF1-4DD1-8A59-12A9F219DD63}" dt="2024-05-19T17:44:58.826" v="6"/>
          <ac:picMkLst>
            <pc:docMk/>
            <pc:sldMk cId="3865097445" sldId="256"/>
            <ac:picMk id="16" creationId="{56D929E4-2446-814E-40BC-E954AFA8056A}"/>
          </ac:picMkLst>
        </pc:picChg>
        <pc:picChg chg="add del mod">
          <ac:chgData name="Guilherme Macario" userId="f7d209c4a899cfcf" providerId="LiveId" clId="{2A0B0CEA-9DF1-4DD1-8A59-12A9F219DD63}" dt="2024-05-19T17:52:07.660" v="11"/>
          <ac:picMkLst>
            <pc:docMk/>
            <pc:sldMk cId="3865097445" sldId="256"/>
            <ac:picMk id="17" creationId="{1605480C-478B-7C8E-09A5-CB12F07EA776}"/>
          </ac:picMkLst>
        </pc:picChg>
        <pc:picChg chg="add del mod ord">
          <ac:chgData name="Guilherme Macario" userId="f7d209c4a899cfcf" providerId="LiveId" clId="{2A0B0CEA-9DF1-4DD1-8A59-12A9F219DD63}" dt="2024-05-19T17:52:17.001" v="12"/>
          <ac:picMkLst>
            <pc:docMk/>
            <pc:sldMk cId="3865097445" sldId="256"/>
            <ac:picMk id="22" creationId="{75C0E624-81DE-BBC0-9C96-9A76E13B8844}"/>
          </ac:picMkLst>
        </pc:picChg>
        <pc:picChg chg="add del mod">
          <ac:chgData name="Guilherme Macario" userId="f7d209c4a899cfcf" providerId="LiveId" clId="{2A0B0CEA-9DF1-4DD1-8A59-12A9F219DD63}" dt="2024-05-19T17:52:24.422" v="14"/>
          <ac:picMkLst>
            <pc:docMk/>
            <pc:sldMk cId="3865097445" sldId="256"/>
            <ac:picMk id="23" creationId="{1B512AA3-4897-8FEF-1380-96495F1B75DA}"/>
          </ac:picMkLst>
        </pc:picChg>
        <pc:picChg chg="add del mod ord">
          <ac:chgData name="Guilherme Macario" userId="f7d209c4a899cfcf" providerId="LiveId" clId="{2A0B0CEA-9DF1-4DD1-8A59-12A9F219DD63}" dt="2024-05-19T17:52:34.698" v="15"/>
          <ac:picMkLst>
            <pc:docMk/>
            <pc:sldMk cId="3865097445" sldId="256"/>
            <ac:picMk id="27" creationId="{5B6A3D5F-F5D3-957A-368C-2A8ED525E192}"/>
          </ac:picMkLst>
        </pc:picChg>
      </pc:sldChg>
      <pc:sldChg chg="addSp delSp modSp mod modTransition modAnim">
        <pc:chgData name="Guilherme Macario" userId="f7d209c4a899cfcf" providerId="LiveId" clId="{2A0B0CEA-9DF1-4DD1-8A59-12A9F219DD63}" dt="2024-05-19T17:54:18.014" v="24"/>
        <pc:sldMkLst>
          <pc:docMk/>
          <pc:sldMk cId="1534870714" sldId="280"/>
        </pc:sldMkLst>
        <pc:picChg chg="add del mod">
          <ac:chgData name="Guilherme Macario" userId="f7d209c4a899cfcf" providerId="LiveId" clId="{2A0B0CEA-9DF1-4DD1-8A59-12A9F219DD63}" dt="2024-05-19T17:53:58.080" v="23"/>
          <ac:picMkLst>
            <pc:docMk/>
            <pc:sldMk cId="1534870714" sldId="280"/>
            <ac:picMk id="8" creationId="{F2F92117-0CC9-26E8-0683-D6A381CA9EB7}"/>
          </ac:picMkLst>
        </pc:picChg>
        <pc:picChg chg="add del mod ord">
          <ac:chgData name="Guilherme Macario" userId="f7d209c4a899cfcf" providerId="LiveId" clId="{2A0B0CEA-9DF1-4DD1-8A59-12A9F219DD63}" dt="2024-05-19T17:54:18.014" v="24"/>
          <ac:picMkLst>
            <pc:docMk/>
            <pc:sldMk cId="1534870714" sldId="280"/>
            <ac:picMk id="17" creationId="{BBD71CD7-79A3-49A1-32AF-B432905E7B0A}"/>
          </ac:picMkLst>
        </pc:picChg>
      </pc:sldChg>
      <pc:sldChg chg="addSp delSp modSp mod modTransition modAnim">
        <pc:chgData name="Guilherme Macario" userId="f7d209c4a899cfcf" providerId="LiveId" clId="{2A0B0CEA-9DF1-4DD1-8A59-12A9F219DD63}" dt="2024-05-19T17:53:49.065" v="21"/>
        <pc:sldMkLst>
          <pc:docMk/>
          <pc:sldMk cId="232099763" sldId="281"/>
        </pc:sldMkLst>
        <pc:picChg chg="add del mod">
          <ac:chgData name="Guilherme Macario" userId="f7d209c4a899cfcf" providerId="LiveId" clId="{2A0B0CEA-9DF1-4DD1-8A59-12A9F219DD63}" dt="2024-05-19T17:53:20.997" v="20"/>
          <ac:picMkLst>
            <pc:docMk/>
            <pc:sldMk cId="232099763" sldId="281"/>
            <ac:picMk id="12" creationId="{23A35555-C682-440F-C43F-CAF0EBCBACA1}"/>
          </ac:picMkLst>
        </pc:picChg>
        <pc:picChg chg="add del mod ord">
          <ac:chgData name="Guilherme Macario" userId="f7d209c4a899cfcf" providerId="LiveId" clId="{2A0B0CEA-9DF1-4DD1-8A59-12A9F219DD63}" dt="2024-05-19T17:53:49.065" v="21"/>
          <ac:picMkLst>
            <pc:docMk/>
            <pc:sldMk cId="232099763" sldId="281"/>
            <ac:picMk id="28" creationId="{61768D1E-0249-AC59-FA4C-620F0445E405}"/>
          </ac:picMkLst>
        </pc:picChg>
      </pc:sldChg>
      <pc:sldChg chg="addSp delSp modSp mod modTransition modAnim">
        <pc:chgData name="Guilherme Macario" userId="f7d209c4a899cfcf" providerId="LiveId" clId="{2A0B0CEA-9DF1-4DD1-8A59-12A9F219DD63}" dt="2024-05-19T17:53:15.803" v="18"/>
        <pc:sldMkLst>
          <pc:docMk/>
          <pc:sldMk cId="3923225915" sldId="282"/>
        </pc:sldMkLst>
        <pc:picChg chg="add del mod">
          <ac:chgData name="Guilherme Macario" userId="f7d209c4a899cfcf" providerId="LiveId" clId="{2A0B0CEA-9DF1-4DD1-8A59-12A9F219DD63}" dt="2024-05-19T17:52:45.124" v="17"/>
          <ac:picMkLst>
            <pc:docMk/>
            <pc:sldMk cId="3923225915" sldId="282"/>
            <ac:picMk id="16" creationId="{99B939EC-BD70-67C9-0367-5E8FA8701B5E}"/>
          </ac:picMkLst>
        </pc:picChg>
        <pc:picChg chg="add del mod ord">
          <ac:chgData name="Guilherme Macario" userId="f7d209c4a899cfcf" providerId="LiveId" clId="{2A0B0CEA-9DF1-4DD1-8A59-12A9F219DD63}" dt="2024-05-19T17:53:15.803" v="18"/>
          <ac:picMkLst>
            <pc:docMk/>
            <pc:sldMk cId="3923225915" sldId="282"/>
            <ac:picMk id="29" creationId="{970BB057-288C-0318-BC81-5B0E7CA97E0F}"/>
          </ac:picMkLst>
        </pc:picChg>
      </pc:sldChg>
      <pc:sldChg chg="addSp delSp modSp mod modTransition">
        <pc:chgData name="Guilherme Macario" userId="f7d209c4a899cfcf" providerId="LiveId" clId="{2A0B0CEA-9DF1-4DD1-8A59-12A9F219DD63}" dt="2024-05-19T17:57:48.523" v="27"/>
        <pc:sldMkLst>
          <pc:docMk/>
          <pc:sldMk cId="2077531642" sldId="283"/>
        </pc:sldMkLst>
        <pc:picChg chg="add del mod">
          <ac:chgData name="Guilherme Macario" userId="f7d209c4a899cfcf" providerId="LiveId" clId="{2A0B0CEA-9DF1-4DD1-8A59-12A9F219DD63}" dt="2024-05-19T17:57:48.523" v="27"/>
          <ac:picMkLst>
            <pc:docMk/>
            <pc:sldMk cId="2077531642" sldId="283"/>
            <ac:picMk id="10" creationId="{4A413CF0-9F78-6FED-452C-6FCB1FBC8D96}"/>
          </ac:picMkLst>
        </pc:picChg>
      </pc:sldChg>
      <pc:sldChg chg="addSp delSp modSp mod modTransition">
        <pc:chgData name="Guilherme Macario" userId="f7d209c4a899cfcf" providerId="LiveId" clId="{2A0B0CEA-9DF1-4DD1-8A59-12A9F219DD63}" dt="2024-05-19T18:00:19.083" v="39"/>
        <pc:sldMkLst>
          <pc:docMk/>
          <pc:sldMk cId="114280100" sldId="287"/>
        </pc:sldMkLst>
        <pc:picChg chg="add del mod">
          <ac:chgData name="Guilherme Macario" userId="f7d209c4a899cfcf" providerId="LiveId" clId="{2A0B0CEA-9DF1-4DD1-8A59-12A9F219DD63}" dt="2024-05-19T17:58:13.138" v="30"/>
          <ac:picMkLst>
            <pc:docMk/>
            <pc:sldMk cId="114280100" sldId="287"/>
            <ac:picMk id="16" creationId="{254F87BC-B95A-42B2-2132-4FD7B8E41411}"/>
          </ac:picMkLst>
        </pc:picChg>
        <pc:picChg chg="add del mod">
          <ac:chgData name="Guilherme Macario" userId="f7d209c4a899cfcf" providerId="LiveId" clId="{2A0B0CEA-9DF1-4DD1-8A59-12A9F219DD63}" dt="2024-05-19T17:58:51.930" v="33"/>
          <ac:picMkLst>
            <pc:docMk/>
            <pc:sldMk cId="114280100" sldId="287"/>
            <ac:picMk id="19" creationId="{E1F605ED-42A3-01C1-49F2-EB40A63A3F2C}"/>
          </ac:picMkLst>
        </pc:picChg>
        <pc:picChg chg="add del mod">
          <ac:chgData name="Guilherme Macario" userId="f7d209c4a899cfcf" providerId="LiveId" clId="{2A0B0CEA-9DF1-4DD1-8A59-12A9F219DD63}" dt="2024-05-19T17:59:12.265" v="36"/>
          <ac:picMkLst>
            <pc:docMk/>
            <pc:sldMk cId="114280100" sldId="287"/>
            <ac:picMk id="22" creationId="{B1036E59-DA8D-7BDF-5CB5-4F31D5C6E839}"/>
          </ac:picMkLst>
        </pc:picChg>
        <pc:picChg chg="add del mod">
          <ac:chgData name="Guilherme Macario" userId="f7d209c4a899cfcf" providerId="LiveId" clId="{2A0B0CEA-9DF1-4DD1-8A59-12A9F219DD63}" dt="2024-05-19T18:00:19.083" v="39"/>
          <ac:picMkLst>
            <pc:docMk/>
            <pc:sldMk cId="114280100" sldId="287"/>
            <ac:picMk id="25" creationId="{A27F78D1-2F50-0DCE-BE13-D0672534FA6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25E225-A2F8-4047-89C1-743D0EF4650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C387189-4C45-444A-BE11-1EB66EBA5CD3}">
      <dgm:prSet phldrT="[Texto]"/>
      <dgm:spPr/>
      <dgm:t>
        <a:bodyPr/>
        <a:lstStyle/>
        <a:p>
          <a:r>
            <a:rPr lang="pt-BR" dirty="0"/>
            <a:t>Analise de dados</a:t>
          </a:r>
        </a:p>
      </dgm:t>
    </dgm:pt>
    <dgm:pt modelId="{123B4677-3011-42D0-923C-E166818AD836}" type="parTrans" cxnId="{749285CE-85FE-453D-A441-9B96514A495C}">
      <dgm:prSet/>
      <dgm:spPr/>
      <dgm:t>
        <a:bodyPr/>
        <a:lstStyle/>
        <a:p>
          <a:endParaRPr lang="pt-BR"/>
        </a:p>
      </dgm:t>
    </dgm:pt>
    <dgm:pt modelId="{2D24348D-ABBF-4ADF-8C0F-006D3D18EA30}" type="sibTrans" cxnId="{749285CE-85FE-453D-A441-9B96514A495C}">
      <dgm:prSet/>
      <dgm:spPr/>
      <dgm:t>
        <a:bodyPr/>
        <a:lstStyle/>
        <a:p>
          <a:endParaRPr lang="pt-BR"/>
        </a:p>
      </dgm:t>
    </dgm:pt>
    <dgm:pt modelId="{E37A6D49-B647-4E4A-B55F-A55E2F00581F}">
      <dgm:prSet phldrT="[Texto]"/>
      <dgm:spPr/>
      <dgm:t>
        <a:bodyPr/>
        <a:lstStyle/>
        <a:p>
          <a:r>
            <a:rPr lang="pt-BR" dirty="0"/>
            <a:t>Eles fazem trabalho manual de CTRL+C e CTRL+V, para passa informações para uma única planilha</a:t>
          </a:r>
        </a:p>
      </dgm:t>
    </dgm:pt>
    <dgm:pt modelId="{302920D5-B5EB-48AC-ABD7-BA46DFE08C3F}" type="parTrans" cxnId="{34B16520-B4D7-4EB1-A258-7F58192F9D5D}">
      <dgm:prSet/>
      <dgm:spPr/>
      <dgm:t>
        <a:bodyPr/>
        <a:lstStyle/>
        <a:p>
          <a:endParaRPr lang="pt-BR"/>
        </a:p>
      </dgm:t>
    </dgm:pt>
    <dgm:pt modelId="{56AF1B23-4F04-44DD-87A6-BBCB8E083582}" type="sibTrans" cxnId="{34B16520-B4D7-4EB1-A258-7F58192F9D5D}">
      <dgm:prSet/>
      <dgm:spPr/>
      <dgm:t>
        <a:bodyPr/>
        <a:lstStyle/>
        <a:p>
          <a:endParaRPr lang="pt-BR"/>
        </a:p>
      </dgm:t>
    </dgm:pt>
    <dgm:pt modelId="{7E1808F3-6645-4255-8B3F-1CCAB375E8FF}">
      <dgm:prSet phldrT="[Texto]"/>
      <dgm:spPr/>
      <dgm:t>
        <a:bodyPr/>
        <a:lstStyle/>
        <a:p>
          <a:r>
            <a:rPr lang="pt-BR" dirty="0"/>
            <a:t>Unificar todas as planilhas criando um banco de dados no SQL</a:t>
          </a:r>
        </a:p>
      </dgm:t>
    </dgm:pt>
    <dgm:pt modelId="{24B21856-93CE-4B48-97CC-0FCF0A99FB9F}" type="parTrans" cxnId="{257F83BB-CB59-4C7F-AA58-6909D68EF9A0}">
      <dgm:prSet/>
      <dgm:spPr/>
      <dgm:t>
        <a:bodyPr/>
        <a:lstStyle/>
        <a:p>
          <a:endParaRPr lang="pt-BR"/>
        </a:p>
      </dgm:t>
    </dgm:pt>
    <dgm:pt modelId="{60FFE63A-1BFA-47A7-9E6A-54C2AA4C8F6D}" type="sibTrans" cxnId="{257F83BB-CB59-4C7F-AA58-6909D68EF9A0}">
      <dgm:prSet/>
      <dgm:spPr/>
      <dgm:t>
        <a:bodyPr/>
        <a:lstStyle/>
        <a:p>
          <a:endParaRPr lang="pt-BR"/>
        </a:p>
      </dgm:t>
    </dgm:pt>
    <dgm:pt modelId="{E6C9F804-7D4E-4408-BA13-479EF3AB0868}">
      <dgm:prSet phldrT="[Texto]"/>
      <dgm:spPr/>
      <dgm:t>
        <a:bodyPr/>
        <a:lstStyle/>
        <a:p>
          <a:r>
            <a:rPr lang="pt-BR" dirty="0"/>
            <a:t>Criar tabelas e coluna no </a:t>
          </a:r>
          <a:r>
            <a:rPr lang="pt-BR" dirty="0" err="1"/>
            <a:t>sql</a:t>
          </a:r>
          <a:r>
            <a:rPr lang="pt-BR" dirty="0"/>
            <a:t> de acordo com o que tem no Excel e usar </a:t>
          </a:r>
          <a:r>
            <a:rPr lang="pt-BR" dirty="0" err="1"/>
            <a:t>inner</a:t>
          </a:r>
          <a:r>
            <a:rPr lang="pt-BR" dirty="0"/>
            <a:t> Join para unificar todas</a:t>
          </a:r>
        </a:p>
      </dgm:t>
    </dgm:pt>
    <dgm:pt modelId="{E674D36F-FC81-48B6-A4D9-2F2BF09FD919}" type="parTrans" cxnId="{6508A0F3-E319-4D03-9CA3-B968B1C99EE7}">
      <dgm:prSet/>
      <dgm:spPr/>
      <dgm:t>
        <a:bodyPr/>
        <a:lstStyle/>
        <a:p>
          <a:endParaRPr lang="pt-BR"/>
        </a:p>
      </dgm:t>
    </dgm:pt>
    <dgm:pt modelId="{35EAB4E3-5729-4DA4-A397-6609E2A84C5D}" type="sibTrans" cxnId="{6508A0F3-E319-4D03-9CA3-B968B1C99EE7}">
      <dgm:prSet/>
      <dgm:spPr/>
      <dgm:t>
        <a:bodyPr/>
        <a:lstStyle/>
        <a:p>
          <a:endParaRPr lang="pt-BR"/>
        </a:p>
      </dgm:t>
    </dgm:pt>
    <dgm:pt modelId="{9A2BEDF1-28DC-455C-B731-E7B17E801522}" type="pres">
      <dgm:prSet presAssocID="{BD25E225-A2F8-4047-89C1-743D0EF46503}" presName="vert0" presStyleCnt="0">
        <dgm:presLayoutVars>
          <dgm:dir/>
          <dgm:animOne val="branch"/>
          <dgm:animLvl val="lvl"/>
        </dgm:presLayoutVars>
      </dgm:prSet>
      <dgm:spPr/>
    </dgm:pt>
    <dgm:pt modelId="{BC03A3CC-88A4-4B7E-B973-418071879D67}" type="pres">
      <dgm:prSet presAssocID="{BC387189-4C45-444A-BE11-1EB66EBA5CD3}" presName="thickLine" presStyleLbl="alignNode1" presStyleIdx="0" presStyleCnt="1"/>
      <dgm:spPr/>
    </dgm:pt>
    <dgm:pt modelId="{EC5C3DF2-5AAC-4A52-97E6-1DE959481DFB}" type="pres">
      <dgm:prSet presAssocID="{BC387189-4C45-444A-BE11-1EB66EBA5CD3}" presName="horz1" presStyleCnt="0"/>
      <dgm:spPr/>
    </dgm:pt>
    <dgm:pt modelId="{2DA56A86-5DF7-45BA-B011-3C6E89D8633F}" type="pres">
      <dgm:prSet presAssocID="{BC387189-4C45-444A-BE11-1EB66EBA5CD3}" presName="tx1" presStyleLbl="revTx" presStyleIdx="0" presStyleCnt="4"/>
      <dgm:spPr/>
    </dgm:pt>
    <dgm:pt modelId="{B7CB8CBB-9CA1-4961-9209-1FCCE8D6FA03}" type="pres">
      <dgm:prSet presAssocID="{BC387189-4C45-444A-BE11-1EB66EBA5CD3}" presName="vert1" presStyleCnt="0"/>
      <dgm:spPr/>
    </dgm:pt>
    <dgm:pt modelId="{6C245482-1A85-4C9D-B254-6571F4F5E18B}" type="pres">
      <dgm:prSet presAssocID="{E37A6D49-B647-4E4A-B55F-A55E2F00581F}" presName="vertSpace2a" presStyleCnt="0"/>
      <dgm:spPr/>
    </dgm:pt>
    <dgm:pt modelId="{3FFDDA5E-C875-475C-B1E6-9A2203A06DBF}" type="pres">
      <dgm:prSet presAssocID="{E37A6D49-B647-4E4A-B55F-A55E2F00581F}" presName="horz2" presStyleCnt="0"/>
      <dgm:spPr/>
    </dgm:pt>
    <dgm:pt modelId="{8CF0002D-3CB8-45A7-B6B3-F3E4BF175F27}" type="pres">
      <dgm:prSet presAssocID="{E37A6D49-B647-4E4A-B55F-A55E2F00581F}" presName="horzSpace2" presStyleCnt="0"/>
      <dgm:spPr/>
    </dgm:pt>
    <dgm:pt modelId="{3B3066F3-9705-4D55-9561-82809AB0CEB3}" type="pres">
      <dgm:prSet presAssocID="{E37A6D49-B647-4E4A-B55F-A55E2F00581F}" presName="tx2" presStyleLbl="revTx" presStyleIdx="1" presStyleCnt="4"/>
      <dgm:spPr/>
    </dgm:pt>
    <dgm:pt modelId="{6108C1D6-C80A-406A-9FB9-376E64C2D0A5}" type="pres">
      <dgm:prSet presAssocID="{E37A6D49-B647-4E4A-B55F-A55E2F00581F}" presName="vert2" presStyleCnt="0"/>
      <dgm:spPr/>
    </dgm:pt>
    <dgm:pt modelId="{B00F53C8-DE69-406A-AF8D-B29DA52A56D7}" type="pres">
      <dgm:prSet presAssocID="{E37A6D49-B647-4E4A-B55F-A55E2F00581F}" presName="thinLine2b" presStyleLbl="callout" presStyleIdx="0" presStyleCnt="3"/>
      <dgm:spPr/>
    </dgm:pt>
    <dgm:pt modelId="{22911860-B86E-4C1E-811B-875725E99A0C}" type="pres">
      <dgm:prSet presAssocID="{E37A6D49-B647-4E4A-B55F-A55E2F00581F}" presName="vertSpace2b" presStyleCnt="0"/>
      <dgm:spPr/>
    </dgm:pt>
    <dgm:pt modelId="{9A66C3D8-65E4-4FFF-84C4-F42217EA9F98}" type="pres">
      <dgm:prSet presAssocID="{7E1808F3-6645-4255-8B3F-1CCAB375E8FF}" presName="horz2" presStyleCnt="0"/>
      <dgm:spPr/>
    </dgm:pt>
    <dgm:pt modelId="{6F2269FB-7158-4B5A-8F98-225423F9F51C}" type="pres">
      <dgm:prSet presAssocID="{7E1808F3-6645-4255-8B3F-1CCAB375E8FF}" presName="horzSpace2" presStyleCnt="0"/>
      <dgm:spPr/>
    </dgm:pt>
    <dgm:pt modelId="{355C236E-631C-42F6-A028-AA16852DAB30}" type="pres">
      <dgm:prSet presAssocID="{7E1808F3-6645-4255-8B3F-1CCAB375E8FF}" presName="tx2" presStyleLbl="revTx" presStyleIdx="2" presStyleCnt="4"/>
      <dgm:spPr/>
    </dgm:pt>
    <dgm:pt modelId="{59AB0E19-2FF0-4638-8F67-C7933F2128D1}" type="pres">
      <dgm:prSet presAssocID="{7E1808F3-6645-4255-8B3F-1CCAB375E8FF}" presName="vert2" presStyleCnt="0"/>
      <dgm:spPr/>
    </dgm:pt>
    <dgm:pt modelId="{966068DA-72F4-4E1F-97A9-ACBEA244EEC3}" type="pres">
      <dgm:prSet presAssocID="{7E1808F3-6645-4255-8B3F-1CCAB375E8FF}" presName="thinLine2b" presStyleLbl="callout" presStyleIdx="1" presStyleCnt="3"/>
      <dgm:spPr/>
    </dgm:pt>
    <dgm:pt modelId="{EA895436-531E-4273-9A07-29E795244250}" type="pres">
      <dgm:prSet presAssocID="{7E1808F3-6645-4255-8B3F-1CCAB375E8FF}" presName="vertSpace2b" presStyleCnt="0"/>
      <dgm:spPr/>
    </dgm:pt>
    <dgm:pt modelId="{EB414B29-4140-40C7-BA8A-D7C78C380AE6}" type="pres">
      <dgm:prSet presAssocID="{E6C9F804-7D4E-4408-BA13-479EF3AB0868}" presName="horz2" presStyleCnt="0"/>
      <dgm:spPr/>
    </dgm:pt>
    <dgm:pt modelId="{0399EE76-9574-4C74-A56D-1F5FC7000BB9}" type="pres">
      <dgm:prSet presAssocID="{E6C9F804-7D4E-4408-BA13-479EF3AB0868}" presName="horzSpace2" presStyleCnt="0"/>
      <dgm:spPr/>
    </dgm:pt>
    <dgm:pt modelId="{7A6588A4-4969-4F1B-9259-9F4C07FAB761}" type="pres">
      <dgm:prSet presAssocID="{E6C9F804-7D4E-4408-BA13-479EF3AB0868}" presName="tx2" presStyleLbl="revTx" presStyleIdx="3" presStyleCnt="4"/>
      <dgm:spPr/>
    </dgm:pt>
    <dgm:pt modelId="{6123A8C4-0EDF-4587-8CFF-94CEA95EF80F}" type="pres">
      <dgm:prSet presAssocID="{E6C9F804-7D4E-4408-BA13-479EF3AB0868}" presName="vert2" presStyleCnt="0"/>
      <dgm:spPr/>
    </dgm:pt>
    <dgm:pt modelId="{5419EFEC-7F9C-4F0C-8D1E-D5D68F4DCBCF}" type="pres">
      <dgm:prSet presAssocID="{E6C9F804-7D4E-4408-BA13-479EF3AB0868}" presName="thinLine2b" presStyleLbl="callout" presStyleIdx="2" presStyleCnt="3"/>
      <dgm:spPr/>
    </dgm:pt>
    <dgm:pt modelId="{E5AFA1DA-3304-4297-8F11-BE055F516029}" type="pres">
      <dgm:prSet presAssocID="{E6C9F804-7D4E-4408-BA13-479EF3AB0868}" presName="vertSpace2b" presStyleCnt="0"/>
      <dgm:spPr/>
    </dgm:pt>
  </dgm:ptLst>
  <dgm:cxnLst>
    <dgm:cxn modelId="{BE631B1B-CD14-4276-95BE-E0D82E093F5E}" type="presOf" srcId="{7E1808F3-6645-4255-8B3F-1CCAB375E8FF}" destId="{355C236E-631C-42F6-A028-AA16852DAB30}" srcOrd="0" destOrd="0" presId="urn:microsoft.com/office/officeart/2008/layout/LinedList"/>
    <dgm:cxn modelId="{34B16520-B4D7-4EB1-A258-7F58192F9D5D}" srcId="{BC387189-4C45-444A-BE11-1EB66EBA5CD3}" destId="{E37A6D49-B647-4E4A-B55F-A55E2F00581F}" srcOrd="0" destOrd="0" parTransId="{302920D5-B5EB-48AC-ABD7-BA46DFE08C3F}" sibTransId="{56AF1B23-4F04-44DD-87A6-BBCB8E083582}"/>
    <dgm:cxn modelId="{61B1E875-B995-40EB-817A-1FAC4CE3C36B}" type="presOf" srcId="{E6C9F804-7D4E-4408-BA13-479EF3AB0868}" destId="{7A6588A4-4969-4F1B-9259-9F4C07FAB761}" srcOrd="0" destOrd="0" presId="urn:microsoft.com/office/officeart/2008/layout/LinedList"/>
    <dgm:cxn modelId="{FF4BDAB1-45F4-4118-B962-595499713E1B}" type="presOf" srcId="{BD25E225-A2F8-4047-89C1-743D0EF46503}" destId="{9A2BEDF1-28DC-455C-B731-E7B17E801522}" srcOrd="0" destOrd="0" presId="urn:microsoft.com/office/officeart/2008/layout/LinedList"/>
    <dgm:cxn modelId="{257F83BB-CB59-4C7F-AA58-6909D68EF9A0}" srcId="{BC387189-4C45-444A-BE11-1EB66EBA5CD3}" destId="{7E1808F3-6645-4255-8B3F-1CCAB375E8FF}" srcOrd="1" destOrd="0" parTransId="{24B21856-93CE-4B48-97CC-0FCF0A99FB9F}" sibTransId="{60FFE63A-1BFA-47A7-9E6A-54C2AA4C8F6D}"/>
    <dgm:cxn modelId="{749285CE-85FE-453D-A441-9B96514A495C}" srcId="{BD25E225-A2F8-4047-89C1-743D0EF46503}" destId="{BC387189-4C45-444A-BE11-1EB66EBA5CD3}" srcOrd="0" destOrd="0" parTransId="{123B4677-3011-42D0-923C-E166818AD836}" sibTransId="{2D24348D-ABBF-4ADF-8C0F-006D3D18EA30}"/>
    <dgm:cxn modelId="{79B7CFD3-A062-4CF4-9E7F-1C045576F53B}" type="presOf" srcId="{E37A6D49-B647-4E4A-B55F-A55E2F00581F}" destId="{3B3066F3-9705-4D55-9561-82809AB0CEB3}" srcOrd="0" destOrd="0" presId="urn:microsoft.com/office/officeart/2008/layout/LinedList"/>
    <dgm:cxn modelId="{5052E5E5-243E-472B-91C2-F725689D2D71}" type="presOf" srcId="{BC387189-4C45-444A-BE11-1EB66EBA5CD3}" destId="{2DA56A86-5DF7-45BA-B011-3C6E89D8633F}" srcOrd="0" destOrd="0" presId="urn:microsoft.com/office/officeart/2008/layout/LinedList"/>
    <dgm:cxn modelId="{6508A0F3-E319-4D03-9CA3-B968B1C99EE7}" srcId="{BC387189-4C45-444A-BE11-1EB66EBA5CD3}" destId="{E6C9F804-7D4E-4408-BA13-479EF3AB0868}" srcOrd="2" destOrd="0" parTransId="{E674D36F-FC81-48B6-A4D9-2F2BF09FD919}" sibTransId="{35EAB4E3-5729-4DA4-A397-6609E2A84C5D}"/>
    <dgm:cxn modelId="{F4A70D67-D84B-4F75-9A6A-4BEF391E3B2F}" type="presParOf" srcId="{9A2BEDF1-28DC-455C-B731-E7B17E801522}" destId="{BC03A3CC-88A4-4B7E-B973-418071879D67}" srcOrd="0" destOrd="0" presId="urn:microsoft.com/office/officeart/2008/layout/LinedList"/>
    <dgm:cxn modelId="{46FD712A-A5C8-4438-AD40-6D112FF0639F}" type="presParOf" srcId="{9A2BEDF1-28DC-455C-B731-E7B17E801522}" destId="{EC5C3DF2-5AAC-4A52-97E6-1DE959481DFB}" srcOrd="1" destOrd="0" presId="urn:microsoft.com/office/officeart/2008/layout/LinedList"/>
    <dgm:cxn modelId="{9FA5FBAC-BBA8-4C6C-8436-45C77C00CD76}" type="presParOf" srcId="{EC5C3DF2-5AAC-4A52-97E6-1DE959481DFB}" destId="{2DA56A86-5DF7-45BA-B011-3C6E89D8633F}" srcOrd="0" destOrd="0" presId="urn:microsoft.com/office/officeart/2008/layout/LinedList"/>
    <dgm:cxn modelId="{0E2B0897-3256-47E5-9D9B-A410A75A97D5}" type="presParOf" srcId="{EC5C3DF2-5AAC-4A52-97E6-1DE959481DFB}" destId="{B7CB8CBB-9CA1-4961-9209-1FCCE8D6FA03}" srcOrd="1" destOrd="0" presId="urn:microsoft.com/office/officeart/2008/layout/LinedList"/>
    <dgm:cxn modelId="{3F83357A-1878-4014-9AB8-8E7590100E02}" type="presParOf" srcId="{B7CB8CBB-9CA1-4961-9209-1FCCE8D6FA03}" destId="{6C245482-1A85-4C9D-B254-6571F4F5E18B}" srcOrd="0" destOrd="0" presId="urn:microsoft.com/office/officeart/2008/layout/LinedList"/>
    <dgm:cxn modelId="{4D9BA75D-FEDD-48EE-9DF1-CA74E0198D35}" type="presParOf" srcId="{B7CB8CBB-9CA1-4961-9209-1FCCE8D6FA03}" destId="{3FFDDA5E-C875-475C-B1E6-9A2203A06DBF}" srcOrd="1" destOrd="0" presId="urn:microsoft.com/office/officeart/2008/layout/LinedList"/>
    <dgm:cxn modelId="{D71385FE-1DD5-42A5-A828-D2326E70301E}" type="presParOf" srcId="{3FFDDA5E-C875-475C-B1E6-9A2203A06DBF}" destId="{8CF0002D-3CB8-45A7-B6B3-F3E4BF175F27}" srcOrd="0" destOrd="0" presId="urn:microsoft.com/office/officeart/2008/layout/LinedList"/>
    <dgm:cxn modelId="{7DA8E412-BAE6-486F-9451-509D95271B35}" type="presParOf" srcId="{3FFDDA5E-C875-475C-B1E6-9A2203A06DBF}" destId="{3B3066F3-9705-4D55-9561-82809AB0CEB3}" srcOrd="1" destOrd="0" presId="urn:microsoft.com/office/officeart/2008/layout/LinedList"/>
    <dgm:cxn modelId="{38BBB221-AA15-4616-8039-D5E493A86ACF}" type="presParOf" srcId="{3FFDDA5E-C875-475C-B1E6-9A2203A06DBF}" destId="{6108C1D6-C80A-406A-9FB9-376E64C2D0A5}" srcOrd="2" destOrd="0" presId="urn:microsoft.com/office/officeart/2008/layout/LinedList"/>
    <dgm:cxn modelId="{21E5021F-FF1C-4513-80A1-31673C2068A7}" type="presParOf" srcId="{B7CB8CBB-9CA1-4961-9209-1FCCE8D6FA03}" destId="{B00F53C8-DE69-406A-AF8D-B29DA52A56D7}" srcOrd="2" destOrd="0" presId="urn:microsoft.com/office/officeart/2008/layout/LinedList"/>
    <dgm:cxn modelId="{542073B0-EDD8-4910-8047-45BAF89B2EE1}" type="presParOf" srcId="{B7CB8CBB-9CA1-4961-9209-1FCCE8D6FA03}" destId="{22911860-B86E-4C1E-811B-875725E99A0C}" srcOrd="3" destOrd="0" presId="urn:microsoft.com/office/officeart/2008/layout/LinedList"/>
    <dgm:cxn modelId="{6927BA69-9055-42A4-A3A1-3DF28F615E89}" type="presParOf" srcId="{B7CB8CBB-9CA1-4961-9209-1FCCE8D6FA03}" destId="{9A66C3D8-65E4-4FFF-84C4-F42217EA9F98}" srcOrd="4" destOrd="0" presId="urn:microsoft.com/office/officeart/2008/layout/LinedList"/>
    <dgm:cxn modelId="{FA696AC3-8BA4-4498-AC49-C47A9DCE9CBA}" type="presParOf" srcId="{9A66C3D8-65E4-4FFF-84C4-F42217EA9F98}" destId="{6F2269FB-7158-4B5A-8F98-225423F9F51C}" srcOrd="0" destOrd="0" presId="urn:microsoft.com/office/officeart/2008/layout/LinedList"/>
    <dgm:cxn modelId="{C6728A40-A3CF-4D41-99AD-398461780FFD}" type="presParOf" srcId="{9A66C3D8-65E4-4FFF-84C4-F42217EA9F98}" destId="{355C236E-631C-42F6-A028-AA16852DAB30}" srcOrd="1" destOrd="0" presId="urn:microsoft.com/office/officeart/2008/layout/LinedList"/>
    <dgm:cxn modelId="{3F85FE08-3A51-492C-A87E-B8F940C2D726}" type="presParOf" srcId="{9A66C3D8-65E4-4FFF-84C4-F42217EA9F98}" destId="{59AB0E19-2FF0-4638-8F67-C7933F2128D1}" srcOrd="2" destOrd="0" presId="urn:microsoft.com/office/officeart/2008/layout/LinedList"/>
    <dgm:cxn modelId="{4C36C6A5-9438-4FFA-B758-BD73A1147B84}" type="presParOf" srcId="{B7CB8CBB-9CA1-4961-9209-1FCCE8D6FA03}" destId="{966068DA-72F4-4E1F-97A9-ACBEA244EEC3}" srcOrd="5" destOrd="0" presId="urn:microsoft.com/office/officeart/2008/layout/LinedList"/>
    <dgm:cxn modelId="{86AD1AF2-872D-4B49-A78D-46FABAF93211}" type="presParOf" srcId="{B7CB8CBB-9CA1-4961-9209-1FCCE8D6FA03}" destId="{EA895436-531E-4273-9A07-29E795244250}" srcOrd="6" destOrd="0" presId="urn:microsoft.com/office/officeart/2008/layout/LinedList"/>
    <dgm:cxn modelId="{477B8184-E194-473B-9205-208EAC57F98E}" type="presParOf" srcId="{B7CB8CBB-9CA1-4961-9209-1FCCE8D6FA03}" destId="{EB414B29-4140-40C7-BA8A-D7C78C380AE6}" srcOrd="7" destOrd="0" presId="urn:microsoft.com/office/officeart/2008/layout/LinedList"/>
    <dgm:cxn modelId="{B118A00D-0C78-4D11-B2FF-8CB9D5461102}" type="presParOf" srcId="{EB414B29-4140-40C7-BA8A-D7C78C380AE6}" destId="{0399EE76-9574-4C74-A56D-1F5FC7000BB9}" srcOrd="0" destOrd="0" presId="urn:microsoft.com/office/officeart/2008/layout/LinedList"/>
    <dgm:cxn modelId="{105B70B3-0371-4407-9B34-6A8016F11EEA}" type="presParOf" srcId="{EB414B29-4140-40C7-BA8A-D7C78C380AE6}" destId="{7A6588A4-4969-4F1B-9259-9F4C07FAB761}" srcOrd="1" destOrd="0" presId="urn:microsoft.com/office/officeart/2008/layout/LinedList"/>
    <dgm:cxn modelId="{31BA11A5-A20E-4491-A999-A6C6DC64B7C3}" type="presParOf" srcId="{EB414B29-4140-40C7-BA8A-D7C78C380AE6}" destId="{6123A8C4-0EDF-4587-8CFF-94CEA95EF80F}" srcOrd="2" destOrd="0" presId="urn:microsoft.com/office/officeart/2008/layout/LinedList"/>
    <dgm:cxn modelId="{B204BD93-0AFD-4742-A8FE-5186E7A45580}" type="presParOf" srcId="{B7CB8CBB-9CA1-4961-9209-1FCCE8D6FA03}" destId="{5419EFEC-7F9C-4F0C-8D1E-D5D68F4DCBCF}" srcOrd="8" destOrd="0" presId="urn:microsoft.com/office/officeart/2008/layout/LinedList"/>
    <dgm:cxn modelId="{C9D9A4E2-50B7-41FA-A6CA-246415D09AA9}" type="presParOf" srcId="{B7CB8CBB-9CA1-4961-9209-1FCCE8D6FA03}" destId="{E5AFA1DA-3304-4297-8F11-BE055F516029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25E225-A2F8-4047-89C1-743D0EF4650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C387189-4C45-444A-BE11-1EB66EBA5CD3}">
      <dgm:prSet phldrT="[Texto]"/>
      <dgm:spPr/>
      <dgm:t>
        <a:bodyPr/>
        <a:lstStyle/>
        <a:p>
          <a:r>
            <a:rPr lang="pt-BR" dirty="0"/>
            <a:t>Controle de mochilas e Periféricos</a:t>
          </a:r>
        </a:p>
      </dgm:t>
    </dgm:pt>
    <dgm:pt modelId="{123B4677-3011-42D0-923C-E166818AD836}" type="parTrans" cxnId="{749285CE-85FE-453D-A441-9B96514A495C}">
      <dgm:prSet/>
      <dgm:spPr/>
      <dgm:t>
        <a:bodyPr/>
        <a:lstStyle/>
        <a:p>
          <a:endParaRPr lang="pt-BR"/>
        </a:p>
      </dgm:t>
    </dgm:pt>
    <dgm:pt modelId="{2D24348D-ABBF-4ADF-8C0F-006D3D18EA30}" type="sibTrans" cxnId="{749285CE-85FE-453D-A441-9B96514A495C}">
      <dgm:prSet/>
      <dgm:spPr/>
      <dgm:t>
        <a:bodyPr/>
        <a:lstStyle/>
        <a:p>
          <a:endParaRPr lang="pt-BR"/>
        </a:p>
      </dgm:t>
    </dgm:pt>
    <dgm:pt modelId="{E37A6D49-B647-4E4A-B55F-A55E2F00581F}">
      <dgm:prSet phldrT="[Texto]"/>
      <dgm:spPr/>
      <dgm:t>
        <a:bodyPr/>
        <a:lstStyle/>
        <a:p>
          <a:r>
            <a:rPr lang="pt-BR" dirty="0"/>
            <a:t>Eles fazem trabalho manual de CTRL+C e CTRL+V, para passa informações para uma única planilha</a:t>
          </a:r>
        </a:p>
      </dgm:t>
    </dgm:pt>
    <dgm:pt modelId="{302920D5-B5EB-48AC-ABD7-BA46DFE08C3F}" type="parTrans" cxnId="{34B16520-B4D7-4EB1-A258-7F58192F9D5D}">
      <dgm:prSet/>
      <dgm:spPr/>
      <dgm:t>
        <a:bodyPr/>
        <a:lstStyle/>
        <a:p>
          <a:endParaRPr lang="pt-BR"/>
        </a:p>
      </dgm:t>
    </dgm:pt>
    <dgm:pt modelId="{56AF1B23-4F04-44DD-87A6-BBCB8E083582}" type="sibTrans" cxnId="{34B16520-B4D7-4EB1-A258-7F58192F9D5D}">
      <dgm:prSet/>
      <dgm:spPr/>
      <dgm:t>
        <a:bodyPr/>
        <a:lstStyle/>
        <a:p>
          <a:endParaRPr lang="pt-BR"/>
        </a:p>
      </dgm:t>
    </dgm:pt>
    <dgm:pt modelId="{7E1808F3-6645-4255-8B3F-1CCAB375E8FF}">
      <dgm:prSet phldrT="[Texto]"/>
      <dgm:spPr/>
      <dgm:t>
        <a:bodyPr/>
        <a:lstStyle/>
        <a:p>
          <a:r>
            <a:rPr lang="pt-BR" dirty="0"/>
            <a:t>Unificar todas as planilhas criando um banco de dados no SQL</a:t>
          </a:r>
        </a:p>
      </dgm:t>
    </dgm:pt>
    <dgm:pt modelId="{24B21856-93CE-4B48-97CC-0FCF0A99FB9F}" type="parTrans" cxnId="{257F83BB-CB59-4C7F-AA58-6909D68EF9A0}">
      <dgm:prSet/>
      <dgm:spPr/>
      <dgm:t>
        <a:bodyPr/>
        <a:lstStyle/>
        <a:p>
          <a:endParaRPr lang="pt-BR"/>
        </a:p>
      </dgm:t>
    </dgm:pt>
    <dgm:pt modelId="{60FFE63A-1BFA-47A7-9E6A-54C2AA4C8F6D}" type="sibTrans" cxnId="{257F83BB-CB59-4C7F-AA58-6909D68EF9A0}">
      <dgm:prSet/>
      <dgm:spPr/>
      <dgm:t>
        <a:bodyPr/>
        <a:lstStyle/>
        <a:p>
          <a:endParaRPr lang="pt-BR"/>
        </a:p>
      </dgm:t>
    </dgm:pt>
    <dgm:pt modelId="{E6C9F804-7D4E-4408-BA13-479EF3AB0868}">
      <dgm:prSet phldrT="[Texto]"/>
      <dgm:spPr/>
      <dgm:t>
        <a:bodyPr/>
        <a:lstStyle/>
        <a:p>
          <a:r>
            <a:rPr lang="pt-BR" dirty="0"/>
            <a:t>Criar tabelas e coluna no </a:t>
          </a:r>
          <a:r>
            <a:rPr lang="pt-BR" dirty="0" err="1"/>
            <a:t>sql</a:t>
          </a:r>
          <a:r>
            <a:rPr lang="pt-BR" dirty="0"/>
            <a:t> de acordo com o que tem no Excel e usar </a:t>
          </a:r>
          <a:r>
            <a:rPr lang="pt-BR" dirty="0" err="1"/>
            <a:t>inner</a:t>
          </a:r>
          <a:r>
            <a:rPr lang="pt-BR" dirty="0"/>
            <a:t> Join para unificar todas</a:t>
          </a:r>
        </a:p>
      </dgm:t>
    </dgm:pt>
    <dgm:pt modelId="{E674D36F-FC81-48B6-A4D9-2F2BF09FD919}" type="parTrans" cxnId="{6508A0F3-E319-4D03-9CA3-B968B1C99EE7}">
      <dgm:prSet/>
      <dgm:spPr/>
      <dgm:t>
        <a:bodyPr/>
        <a:lstStyle/>
        <a:p>
          <a:endParaRPr lang="pt-BR"/>
        </a:p>
      </dgm:t>
    </dgm:pt>
    <dgm:pt modelId="{35EAB4E3-5729-4DA4-A397-6609E2A84C5D}" type="sibTrans" cxnId="{6508A0F3-E319-4D03-9CA3-B968B1C99EE7}">
      <dgm:prSet/>
      <dgm:spPr/>
      <dgm:t>
        <a:bodyPr/>
        <a:lstStyle/>
        <a:p>
          <a:endParaRPr lang="pt-BR"/>
        </a:p>
      </dgm:t>
    </dgm:pt>
    <dgm:pt modelId="{9A2BEDF1-28DC-455C-B731-E7B17E801522}" type="pres">
      <dgm:prSet presAssocID="{BD25E225-A2F8-4047-89C1-743D0EF46503}" presName="vert0" presStyleCnt="0">
        <dgm:presLayoutVars>
          <dgm:dir/>
          <dgm:animOne val="branch"/>
          <dgm:animLvl val="lvl"/>
        </dgm:presLayoutVars>
      </dgm:prSet>
      <dgm:spPr/>
    </dgm:pt>
    <dgm:pt modelId="{BC03A3CC-88A4-4B7E-B973-418071879D67}" type="pres">
      <dgm:prSet presAssocID="{BC387189-4C45-444A-BE11-1EB66EBA5CD3}" presName="thickLine" presStyleLbl="alignNode1" presStyleIdx="0" presStyleCnt="1"/>
      <dgm:spPr/>
    </dgm:pt>
    <dgm:pt modelId="{EC5C3DF2-5AAC-4A52-97E6-1DE959481DFB}" type="pres">
      <dgm:prSet presAssocID="{BC387189-4C45-444A-BE11-1EB66EBA5CD3}" presName="horz1" presStyleCnt="0"/>
      <dgm:spPr/>
    </dgm:pt>
    <dgm:pt modelId="{2DA56A86-5DF7-45BA-B011-3C6E89D8633F}" type="pres">
      <dgm:prSet presAssocID="{BC387189-4C45-444A-BE11-1EB66EBA5CD3}" presName="tx1" presStyleLbl="revTx" presStyleIdx="0" presStyleCnt="4"/>
      <dgm:spPr/>
    </dgm:pt>
    <dgm:pt modelId="{B7CB8CBB-9CA1-4961-9209-1FCCE8D6FA03}" type="pres">
      <dgm:prSet presAssocID="{BC387189-4C45-444A-BE11-1EB66EBA5CD3}" presName="vert1" presStyleCnt="0"/>
      <dgm:spPr/>
    </dgm:pt>
    <dgm:pt modelId="{6C245482-1A85-4C9D-B254-6571F4F5E18B}" type="pres">
      <dgm:prSet presAssocID="{E37A6D49-B647-4E4A-B55F-A55E2F00581F}" presName="vertSpace2a" presStyleCnt="0"/>
      <dgm:spPr/>
    </dgm:pt>
    <dgm:pt modelId="{3FFDDA5E-C875-475C-B1E6-9A2203A06DBF}" type="pres">
      <dgm:prSet presAssocID="{E37A6D49-B647-4E4A-B55F-A55E2F00581F}" presName="horz2" presStyleCnt="0"/>
      <dgm:spPr/>
    </dgm:pt>
    <dgm:pt modelId="{8CF0002D-3CB8-45A7-B6B3-F3E4BF175F27}" type="pres">
      <dgm:prSet presAssocID="{E37A6D49-B647-4E4A-B55F-A55E2F00581F}" presName="horzSpace2" presStyleCnt="0"/>
      <dgm:spPr/>
    </dgm:pt>
    <dgm:pt modelId="{3B3066F3-9705-4D55-9561-82809AB0CEB3}" type="pres">
      <dgm:prSet presAssocID="{E37A6D49-B647-4E4A-B55F-A55E2F00581F}" presName="tx2" presStyleLbl="revTx" presStyleIdx="1" presStyleCnt="4"/>
      <dgm:spPr/>
    </dgm:pt>
    <dgm:pt modelId="{6108C1D6-C80A-406A-9FB9-376E64C2D0A5}" type="pres">
      <dgm:prSet presAssocID="{E37A6D49-B647-4E4A-B55F-A55E2F00581F}" presName="vert2" presStyleCnt="0"/>
      <dgm:spPr/>
    </dgm:pt>
    <dgm:pt modelId="{B00F53C8-DE69-406A-AF8D-B29DA52A56D7}" type="pres">
      <dgm:prSet presAssocID="{E37A6D49-B647-4E4A-B55F-A55E2F00581F}" presName="thinLine2b" presStyleLbl="callout" presStyleIdx="0" presStyleCnt="3"/>
      <dgm:spPr/>
    </dgm:pt>
    <dgm:pt modelId="{22911860-B86E-4C1E-811B-875725E99A0C}" type="pres">
      <dgm:prSet presAssocID="{E37A6D49-B647-4E4A-B55F-A55E2F00581F}" presName="vertSpace2b" presStyleCnt="0"/>
      <dgm:spPr/>
    </dgm:pt>
    <dgm:pt modelId="{9A66C3D8-65E4-4FFF-84C4-F42217EA9F98}" type="pres">
      <dgm:prSet presAssocID="{7E1808F3-6645-4255-8B3F-1CCAB375E8FF}" presName="horz2" presStyleCnt="0"/>
      <dgm:spPr/>
    </dgm:pt>
    <dgm:pt modelId="{6F2269FB-7158-4B5A-8F98-225423F9F51C}" type="pres">
      <dgm:prSet presAssocID="{7E1808F3-6645-4255-8B3F-1CCAB375E8FF}" presName="horzSpace2" presStyleCnt="0"/>
      <dgm:spPr/>
    </dgm:pt>
    <dgm:pt modelId="{355C236E-631C-42F6-A028-AA16852DAB30}" type="pres">
      <dgm:prSet presAssocID="{7E1808F3-6645-4255-8B3F-1CCAB375E8FF}" presName="tx2" presStyleLbl="revTx" presStyleIdx="2" presStyleCnt="4"/>
      <dgm:spPr/>
    </dgm:pt>
    <dgm:pt modelId="{59AB0E19-2FF0-4638-8F67-C7933F2128D1}" type="pres">
      <dgm:prSet presAssocID="{7E1808F3-6645-4255-8B3F-1CCAB375E8FF}" presName="vert2" presStyleCnt="0"/>
      <dgm:spPr/>
    </dgm:pt>
    <dgm:pt modelId="{966068DA-72F4-4E1F-97A9-ACBEA244EEC3}" type="pres">
      <dgm:prSet presAssocID="{7E1808F3-6645-4255-8B3F-1CCAB375E8FF}" presName="thinLine2b" presStyleLbl="callout" presStyleIdx="1" presStyleCnt="3"/>
      <dgm:spPr/>
    </dgm:pt>
    <dgm:pt modelId="{EA895436-531E-4273-9A07-29E795244250}" type="pres">
      <dgm:prSet presAssocID="{7E1808F3-6645-4255-8B3F-1CCAB375E8FF}" presName="vertSpace2b" presStyleCnt="0"/>
      <dgm:spPr/>
    </dgm:pt>
    <dgm:pt modelId="{EB414B29-4140-40C7-BA8A-D7C78C380AE6}" type="pres">
      <dgm:prSet presAssocID="{E6C9F804-7D4E-4408-BA13-479EF3AB0868}" presName="horz2" presStyleCnt="0"/>
      <dgm:spPr/>
    </dgm:pt>
    <dgm:pt modelId="{0399EE76-9574-4C74-A56D-1F5FC7000BB9}" type="pres">
      <dgm:prSet presAssocID="{E6C9F804-7D4E-4408-BA13-479EF3AB0868}" presName="horzSpace2" presStyleCnt="0"/>
      <dgm:spPr/>
    </dgm:pt>
    <dgm:pt modelId="{7A6588A4-4969-4F1B-9259-9F4C07FAB761}" type="pres">
      <dgm:prSet presAssocID="{E6C9F804-7D4E-4408-BA13-479EF3AB0868}" presName="tx2" presStyleLbl="revTx" presStyleIdx="3" presStyleCnt="4"/>
      <dgm:spPr/>
    </dgm:pt>
    <dgm:pt modelId="{6123A8C4-0EDF-4587-8CFF-94CEA95EF80F}" type="pres">
      <dgm:prSet presAssocID="{E6C9F804-7D4E-4408-BA13-479EF3AB0868}" presName="vert2" presStyleCnt="0"/>
      <dgm:spPr/>
    </dgm:pt>
    <dgm:pt modelId="{5419EFEC-7F9C-4F0C-8D1E-D5D68F4DCBCF}" type="pres">
      <dgm:prSet presAssocID="{E6C9F804-7D4E-4408-BA13-479EF3AB0868}" presName="thinLine2b" presStyleLbl="callout" presStyleIdx="2" presStyleCnt="3"/>
      <dgm:spPr/>
    </dgm:pt>
    <dgm:pt modelId="{E5AFA1DA-3304-4297-8F11-BE055F516029}" type="pres">
      <dgm:prSet presAssocID="{E6C9F804-7D4E-4408-BA13-479EF3AB0868}" presName="vertSpace2b" presStyleCnt="0"/>
      <dgm:spPr/>
    </dgm:pt>
  </dgm:ptLst>
  <dgm:cxnLst>
    <dgm:cxn modelId="{BE631B1B-CD14-4276-95BE-E0D82E093F5E}" type="presOf" srcId="{7E1808F3-6645-4255-8B3F-1CCAB375E8FF}" destId="{355C236E-631C-42F6-A028-AA16852DAB30}" srcOrd="0" destOrd="0" presId="urn:microsoft.com/office/officeart/2008/layout/LinedList"/>
    <dgm:cxn modelId="{34B16520-B4D7-4EB1-A258-7F58192F9D5D}" srcId="{BC387189-4C45-444A-BE11-1EB66EBA5CD3}" destId="{E37A6D49-B647-4E4A-B55F-A55E2F00581F}" srcOrd="0" destOrd="0" parTransId="{302920D5-B5EB-48AC-ABD7-BA46DFE08C3F}" sibTransId="{56AF1B23-4F04-44DD-87A6-BBCB8E083582}"/>
    <dgm:cxn modelId="{61B1E875-B995-40EB-817A-1FAC4CE3C36B}" type="presOf" srcId="{E6C9F804-7D4E-4408-BA13-479EF3AB0868}" destId="{7A6588A4-4969-4F1B-9259-9F4C07FAB761}" srcOrd="0" destOrd="0" presId="urn:microsoft.com/office/officeart/2008/layout/LinedList"/>
    <dgm:cxn modelId="{FF4BDAB1-45F4-4118-B962-595499713E1B}" type="presOf" srcId="{BD25E225-A2F8-4047-89C1-743D0EF46503}" destId="{9A2BEDF1-28DC-455C-B731-E7B17E801522}" srcOrd="0" destOrd="0" presId="urn:microsoft.com/office/officeart/2008/layout/LinedList"/>
    <dgm:cxn modelId="{257F83BB-CB59-4C7F-AA58-6909D68EF9A0}" srcId="{BC387189-4C45-444A-BE11-1EB66EBA5CD3}" destId="{7E1808F3-6645-4255-8B3F-1CCAB375E8FF}" srcOrd="1" destOrd="0" parTransId="{24B21856-93CE-4B48-97CC-0FCF0A99FB9F}" sibTransId="{60FFE63A-1BFA-47A7-9E6A-54C2AA4C8F6D}"/>
    <dgm:cxn modelId="{749285CE-85FE-453D-A441-9B96514A495C}" srcId="{BD25E225-A2F8-4047-89C1-743D0EF46503}" destId="{BC387189-4C45-444A-BE11-1EB66EBA5CD3}" srcOrd="0" destOrd="0" parTransId="{123B4677-3011-42D0-923C-E166818AD836}" sibTransId="{2D24348D-ABBF-4ADF-8C0F-006D3D18EA30}"/>
    <dgm:cxn modelId="{79B7CFD3-A062-4CF4-9E7F-1C045576F53B}" type="presOf" srcId="{E37A6D49-B647-4E4A-B55F-A55E2F00581F}" destId="{3B3066F3-9705-4D55-9561-82809AB0CEB3}" srcOrd="0" destOrd="0" presId="urn:microsoft.com/office/officeart/2008/layout/LinedList"/>
    <dgm:cxn modelId="{5052E5E5-243E-472B-91C2-F725689D2D71}" type="presOf" srcId="{BC387189-4C45-444A-BE11-1EB66EBA5CD3}" destId="{2DA56A86-5DF7-45BA-B011-3C6E89D8633F}" srcOrd="0" destOrd="0" presId="urn:microsoft.com/office/officeart/2008/layout/LinedList"/>
    <dgm:cxn modelId="{6508A0F3-E319-4D03-9CA3-B968B1C99EE7}" srcId="{BC387189-4C45-444A-BE11-1EB66EBA5CD3}" destId="{E6C9F804-7D4E-4408-BA13-479EF3AB0868}" srcOrd="2" destOrd="0" parTransId="{E674D36F-FC81-48B6-A4D9-2F2BF09FD919}" sibTransId="{35EAB4E3-5729-4DA4-A397-6609E2A84C5D}"/>
    <dgm:cxn modelId="{F4A70D67-D84B-4F75-9A6A-4BEF391E3B2F}" type="presParOf" srcId="{9A2BEDF1-28DC-455C-B731-E7B17E801522}" destId="{BC03A3CC-88A4-4B7E-B973-418071879D67}" srcOrd="0" destOrd="0" presId="urn:microsoft.com/office/officeart/2008/layout/LinedList"/>
    <dgm:cxn modelId="{46FD712A-A5C8-4438-AD40-6D112FF0639F}" type="presParOf" srcId="{9A2BEDF1-28DC-455C-B731-E7B17E801522}" destId="{EC5C3DF2-5AAC-4A52-97E6-1DE959481DFB}" srcOrd="1" destOrd="0" presId="urn:microsoft.com/office/officeart/2008/layout/LinedList"/>
    <dgm:cxn modelId="{9FA5FBAC-BBA8-4C6C-8436-45C77C00CD76}" type="presParOf" srcId="{EC5C3DF2-5AAC-4A52-97E6-1DE959481DFB}" destId="{2DA56A86-5DF7-45BA-B011-3C6E89D8633F}" srcOrd="0" destOrd="0" presId="urn:microsoft.com/office/officeart/2008/layout/LinedList"/>
    <dgm:cxn modelId="{0E2B0897-3256-47E5-9D9B-A410A75A97D5}" type="presParOf" srcId="{EC5C3DF2-5AAC-4A52-97E6-1DE959481DFB}" destId="{B7CB8CBB-9CA1-4961-9209-1FCCE8D6FA03}" srcOrd="1" destOrd="0" presId="urn:microsoft.com/office/officeart/2008/layout/LinedList"/>
    <dgm:cxn modelId="{3F83357A-1878-4014-9AB8-8E7590100E02}" type="presParOf" srcId="{B7CB8CBB-9CA1-4961-9209-1FCCE8D6FA03}" destId="{6C245482-1A85-4C9D-B254-6571F4F5E18B}" srcOrd="0" destOrd="0" presId="urn:microsoft.com/office/officeart/2008/layout/LinedList"/>
    <dgm:cxn modelId="{4D9BA75D-FEDD-48EE-9DF1-CA74E0198D35}" type="presParOf" srcId="{B7CB8CBB-9CA1-4961-9209-1FCCE8D6FA03}" destId="{3FFDDA5E-C875-475C-B1E6-9A2203A06DBF}" srcOrd="1" destOrd="0" presId="urn:microsoft.com/office/officeart/2008/layout/LinedList"/>
    <dgm:cxn modelId="{D71385FE-1DD5-42A5-A828-D2326E70301E}" type="presParOf" srcId="{3FFDDA5E-C875-475C-B1E6-9A2203A06DBF}" destId="{8CF0002D-3CB8-45A7-B6B3-F3E4BF175F27}" srcOrd="0" destOrd="0" presId="urn:microsoft.com/office/officeart/2008/layout/LinedList"/>
    <dgm:cxn modelId="{7DA8E412-BAE6-486F-9451-509D95271B35}" type="presParOf" srcId="{3FFDDA5E-C875-475C-B1E6-9A2203A06DBF}" destId="{3B3066F3-9705-4D55-9561-82809AB0CEB3}" srcOrd="1" destOrd="0" presId="urn:microsoft.com/office/officeart/2008/layout/LinedList"/>
    <dgm:cxn modelId="{38BBB221-AA15-4616-8039-D5E493A86ACF}" type="presParOf" srcId="{3FFDDA5E-C875-475C-B1E6-9A2203A06DBF}" destId="{6108C1D6-C80A-406A-9FB9-376E64C2D0A5}" srcOrd="2" destOrd="0" presId="urn:microsoft.com/office/officeart/2008/layout/LinedList"/>
    <dgm:cxn modelId="{21E5021F-FF1C-4513-80A1-31673C2068A7}" type="presParOf" srcId="{B7CB8CBB-9CA1-4961-9209-1FCCE8D6FA03}" destId="{B00F53C8-DE69-406A-AF8D-B29DA52A56D7}" srcOrd="2" destOrd="0" presId="urn:microsoft.com/office/officeart/2008/layout/LinedList"/>
    <dgm:cxn modelId="{542073B0-EDD8-4910-8047-45BAF89B2EE1}" type="presParOf" srcId="{B7CB8CBB-9CA1-4961-9209-1FCCE8D6FA03}" destId="{22911860-B86E-4C1E-811B-875725E99A0C}" srcOrd="3" destOrd="0" presId="urn:microsoft.com/office/officeart/2008/layout/LinedList"/>
    <dgm:cxn modelId="{6927BA69-9055-42A4-A3A1-3DF28F615E89}" type="presParOf" srcId="{B7CB8CBB-9CA1-4961-9209-1FCCE8D6FA03}" destId="{9A66C3D8-65E4-4FFF-84C4-F42217EA9F98}" srcOrd="4" destOrd="0" presId="urn:microsoft.com/office/officeart/2008/layout/LinedList"/>
    <dgm:cxn modelId="{FA696AC3-8BA4-4498-AC49-C47A9DCE9CBA}" type="presParOf" srcId="{9A66C3D8-65E4-4FFF-84C4-F42217EA9F98}" destId="{6F2269FB-7158-4B5A-8F98-225423F9F51C}" srcOrd="0" destOrd="0" presId="urn:microsoft.com/office/officeart/2008/layout/LinedList"/>
    <dgm:cxn modelId="{C6728A40-A3CF-4D41-99AD-398461780FFD}" type="presParOf" srcId="{9A66C3D8-65E4-4FFF-84C4-F42217EA9F98}" destId="{355C236E-631C-42F6-A028-AA16852DAB30}" srcOrd="1" destOrd="0" presId="urn:microsoft.com/office/officeart/2008/layout/LinedList"/>
    <dgm:cxn modelId="{3F85FE08-3A51-492C-A87E-B8F940C2D726}" type="presParOf" srcId="{9A66C3D8-65E4-4FFF-84C4-F42217EA9F98}" destId="{59AB0E19-2FF0-4638-8F67-C7933F2128D1}" srcOrd="2" destOrd="0" presId="urn:microsoft.com/office/officeart/2008/layout/LinedList"/>
    <dgm:cxn modelId="{4C36C6A5-9438-4FFA-B758-BD73A1147B84}" type="presParOf" srcId="{B7CB8CBB-9CA1-4961-9209-1FCCE8D6FA03}" destId="{966068DA-72F4-4E1F-97A9-ACBEA244EEC3}" srcOrd="5" destOrd="0" presId="urn:microsoft.com/office/officeart/2008/layout/LinedList"/>
    <dgm:cxn modelId="{86AD1AF2-872D-4B49-A78D-46FABAF93211}" type="presParOf" srcId="{B7CB8CBB-9CA1-4961-9209-1FCCE8D6FA03}" destId="{EA895436-531E-4273-9A07-29E795244250}" srcOrd="6" destOrd="0" presId="urn:microsoft.com/office/officeart/2008/layout/LinedList"/>
    <dgm:cxn modelId="{477B8184-E194-473B-9205-208EAC57F98E}" type="presParOf" srcId="{B7CB8CBB-9CA1-4961-9209-1FCCE8D6FA03}" destId="{EB414B29-4140-40C7-BA8A-D7C78C380AE6}" srcOrd="7" destOrd="0" presId="urn:microsoft.com/office/officeart/2008/layout/LinedList"/>
    <dgm:cxn modelId="{B118A00D-0C78-4D11-B2FF-8CB9D5461102}" type="presParOf" srcId="{EB414B29-4140-40C7-BA8A-D7C78C380AE6}" destId="{0399EE76-9574-4C74-A56D-1F5FC7000BB9}" srcOrd="0" destOrd="0" presId="urn:microsoft.com/office/officeart/2008/layout/LinedList"/>
    <dgm:cxn modelId="{105B70B3-0371-4407-9B34-6A8016F11EEA}" type="presParOf" srcId="{EB414B29-4140-40C7-BA8A-D7C78C380AE6}" destId="{7A6588A4-4969-4F1B-9259-9F4C07FAB761}" srcOrd="1" destOrd="0" presId="urn:microsoft.com/office/officeart/2008/layout/LinedList"/>
    <dgm:cxn modelId="{31BA11A5-A20E-4491-A999-A6C6DC64B7C3}" type="presParOf" srcId="{EB414B29-4140-40C7-BA8A-D7C78C380AE6}" destId="{6123A8C4-0EDF-4587-8CFF-94CEA95EF80F}" srcOrd="2" destOrd="0" presId="urn:microsoft.com/office/officeart/2008/layout/LinedList"/>
    <dgm:cxn modelId="{B204BD93-0AFD-4742-A8FE-5186E7A45580}" type="presParOf" srcId="{B7CB8CBB-9CA1-4961-9209-1FCCE8D6FA03}" destId="{5419EFEC-7F9C-4F0C-8D1E-D5D68F4DCBCF}" srcOrd="8" destOrd="0" presId="urn:microsoft.com/office/officeart/2008/layout/LinedList"/>
    <dgm:cxn modelId="{C9D9A4E2-50B7-41FA-A6CA-246415D09AA9}" type="presParOf" srcId="{B7CB8CBB-9CA1-4961-9209-1FCCE8D6FA03}" destId="{E5AFA1DA-3304-4297-8F11-BE055F516029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94BD28-1993-4917-831D-B1DED4A0BE5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E3DB8D5-08DD-45C3-9CAE-978A253BF19B}">
      <dgm:prSet phldrT="[Texto]"/>
      <dgm:spPr/>
      <dgm:t>
        <a:bodyPr/>
        <a:lstStyle/>
        <a:p>
          <a:r>
            <a:rPr lang="pt-BR" dirty="0"/>
            <a:t>SQL</a:t>
          </a:r>
        </a:p>
      </dgm:t>
    </dgm:pt>
    <dgm:pt modelId="{2095E9F1-4068-4B0F-B43A-E4360688F445}" type="parTrans" cxnId="{A73B682D-226C-4851-8EFD-3671D1DE0C84}">
      <dgm:prSet/>
      <dgm:spPr/>
      <dgm:t>
        <a:bodyPr/>
        <a:lstStyle/>
        <a:p>
          <a:endParaRPr lang="pt-BR"/>
        </a:p>
      </dgm:t>
    </dgm:pt>
    <dgm:pt modelId="{77CCA1AB-7C2B-4E81-9A00-B9213AA03D65}" type="sibTrans" cxnId="{A73B682D-226C-4851-8EFD-3671D1DE0C84}">
      <dgm:prSet/>
      <dgm:spPr/>
      <dgm:t>
        <a:bodyPr/>
        <a:lstStyle/>
        <a:p>
          <a:endParaRPr lang="pt-BR"/>
        </a:p>
      </dgm:t>
    </dgm:pt>
    <dgm:pt modelId="{FB506939-EAEB-4A48-BE54-1A0F44DFD9E0}">
      <dgm:prSet phldrT="[Texto]"/>
      <dgm:spPr/>
      <dgm:t>
        <a:bodyPr/>
        <a:lstStyle/>
        <a:p>
          <a:r>
            <a:rPr lang="pt-BR" dirty="0"/>
            <a:t>Colunas</a:t>
          </a:r>
        </a:p>
      </dgm:t>
    </dgm:pt>
    <dgm:pt modelId="{926929C6-8BC5-49C5-99A9-BFD391C65C0C}" type="parTrans" cxnId="{CED43AF2-2247-4505-997E-E1FD401B0616}">
      <dgm:prSet/>
      <dgm:spPr/>
      <dgm:t>
        <a:bodyPr/>
        <a:lstStyle/>
        <a:p>
          <a:endParaRPr lang="pt-BR"/>
        </a:p>
      </dgm:t>
    </dgm:pt>
    <dgm:pt modelId="{3FD45A1B-4C34-4635-85FB-86F0E91745C7}" type="sibTrans" cxnId="{CED43AF2-2247-4505-997E-E1FD401B0616}">
      <dgm:prSet/>
      <dgm:spPr/>
      <dgm:t>
        <a:bodyPr/>
        <a:lstStyle/>
        <a:p>
          <a:endParaRPr lang="pt-BR"/>
        </a:p>
      </dgm:t>
    </dgm:pt>
    <dgm:pt modelId="{ADA5D003-4D37-44C0-A54C-99AC904AFB1A}">
      <dgm:prSet phldrT="[Texto]"/>
      <dgm:spPr/>
      <dgm:t>
        <a:bodyPr/>
        <a:lstStyle/>
        <a:p>
          <a:r>
            <a:rPr lang="pt-BR" dirty="0"/>
            <a:t>Planilha</a:t>
          </a:r>
        </a:p>
      </dgm:t>
    </dgm:pt>
    <dgm:pt modelId="{A9265A0F-0204-4F6A-954D-D17BAD8A2C32}" type="parTrans" cxnId="{E78D29FD-3ABA-48B5-B7CC-7A4D09FCD745}">
      <dgm:prSet/>
      <dgm:spPr/>
      <dgm:t>
        <a:bodyPr/>
        <a:lstStyle/>
        <a:p>
          <a:endParaRPr lang="pt-BR"/>
        </a:p>
      </dgm:t>
    </dgm:pt>
    <dgm:pt modelId="{E7389850-3485-4FAB-8A8C-76FD0460400A}" type="sibTrans" cxnId="{E78D29FD-3ABA-48B5-B7CC-7A4D09FCD745}">
      <dgm:prSet/>
      <dgm:spPr/>
      <dgm:t>
        <a:bodyPr/>
        <a:lstStyle/>
        <a:p>
          <a:endParaRPr lang="pt-BR"/>
        </a:p>
      </dgm:t>
    </dgm:pt>
    <dgm:pt modelId="{4801AA65-3B98-4B92-90A9-78B1CC247EC8}">
      <dgm:prSet phldrT="[Texto]"/>
      <dgm:spPr/>
      <dgm:t>
        <a:bodyPr/>
        <a:lstStyle/>
        <a:p>
          <a:r>
            <a:rPr lang="pt-BR" dirty="0"/>
            <a:t>Manipulação</a:t>
          </a:r>
        </a:p>
      </dgm:t>
    </dgm:pt>
    <dgm:pt modelId="{0DEF99EC-E13E-49F1-96F5-16B3802C90B0}" type="parTrans" cxnId="{24636491-217E-45A3-B1AB-FF87D308146D}">
      <dgm:prSet/>
      <dgm:spPr/>
      <dgm:t>
        <a:bodyPr/>
        <a:lstStyle/>
        <a:p>
          <a:endParaRPr lang="pt-BR"/>
        </a:p>
      </dgm:t>
    </dgm:pt>
    <dgm:pt modelId="{2F956419-17EA-4847-852B-416AB533EAD4}" type="sibTrans" cxnId="{24636491-217E-45A3-B1AB-FF87D308146D}">
      <dgm:prSet/>
      <dgm:spPr/>
      <dgm:t>
        <a:bodyPr/>
        <a:lstStyle/>
        <a:p>
          <a:endParaRPr lang="pt-BR"/>
        </a:p>
      </dgm:t>
    </dgm:pt>
    <dgm:pt modelId="{DB462CAA-8E80-4EBE-ABA1-A2078741E108}">
      <dgm:prSet phldrT="[Texto]"/>
      <dgm:spPr/>
      <dgm:t>
        <a:bodyPr/>
        <a:lstStyle/>
        <a:p>
          <a:r>
            <a:rPr lang="pt-BR" dirty="0" err="1"/>
            <a:t>Inner</a:t>
          </a:r>
          <a:r>
            <a:rPr lang="pt-BR" dirty="0"/>
            <a:t> Join</a:t>
          </a:r>
        </a:p>
      </dgm:t>
    </dgm:pt>
    <dgm:pt modelId="{B4B479F4-99E9-494D-AF62-5F1C75E7DA77}" type="parTrans" cxnId="{98149C5F-2A8D-4A97-8616-FAC38B4C8D1D}">
      <dgm:prSet/>
      <dgm:spPr/>
      <dgm:t>
        <a:bodyPr/>
        <a:lstStyle/>
        <a:p>
          <a:endParaRPr lang="pt-BR"/>
        </a:p>
      </dgm:t>
    </dgm:pt>
    <dgm:pt modelId="{C6CD8A8E-18CB-47D5-A175-B126114C5F13}" type="sibTrans" cxnId="{98149C5F-2A8D-4A97-8616-FAC38B4C8D1D}">
      <dgm:prSet/>
      <dgm:spPr/>
      <dgm:t>
        <a:bodyPr/>
        <a:lstStyle/>
        <a:p>
          <a:endParaRPr lang="pt-BR"/>
        </a:p>
      </dgm:t>
    </dgm:pt>
    <dgm:pt modelId="{933016C9-07C6-4F55-A717-CEC82B26285C}">
      <dgm:prSet phldrT="[Texto]"/>
      <dgm:spPr/>
      <dgm:t>
        <a:bodyPr/>
        <a:lstStyle/>
        <a:p>
          <a:r>
            <a:rPr lang="pt-BR" dirty="0"/>
            <a:t>Planilha final</a:t>
          </a:r>
        </a:p>
      </dgm:t>
    </dgm:pt>
    <dgm:pt modelId="{27D9ED61-5ADB-4ED0-8B27-1DB9B6B26C94}" type="parTrans" cxnId="{98EAE850-3B5E-4C94-83E2-D37A38F90631}">
      <dgm:prSet/>
      <dgm:spPr/>
      <dgm:t>
        <a:bodyPr/>
        <a:lstStyle/>
        <a:p>
          <a:endParaRPr lang="pt-BR"/>
        </a:p>
      </dgm:t>
    </dgm:pt>
    <dgm:pt modelId="{BFFE1886-FA51-447F-8565-0CC2704F2F98}" type="sibTrans" cxnId="{98EAE850-3B5E-4C94-83E2-D37A38F90631}">
      <dgm:prSet/>
      <dgm:spPr/>
      <dgm:t>
        <a:bodyPr/>
        <a:lstStyle/>
        <a:p>
          <a:endParaRPr lang="pt-BR"/>
        </a:p>
      </dgm:t>
    </dgm:pt>
    <dgm:pt modelId="{BFF6C1FB-681F-4296-986B-798FDA78DAA0}" type="pres">
      <dgm:prSet presAssocID="{CB94BD28-1993-4917-831D-B1DED4A0BE57}" presName="Name0" presStyleCnt="0">
        <dgm:presLayoutVars>
          <dgm:dir/>
          <dgm:animLvl val="lvl"/>
          <dgm:resizeHandles val="exact"/>
        </dgm:presLayoutVars>
      </dgm:prSet>
      <dgm:spPr/>
    </dgm:pt>
    <dgm:pt modelId="{EF2C338E-A160-4368-8768-04CD50CA1B9A}" type="pres">
      <dgm:prSet presAssocID="{9E3DB8D5-08DD-45C3-9CAE-978A253BF19B}" presName="linNode" presStyleCnt="0"/>
      <dgm:spPr/>
    </dgm:pt>
    <dgm:pt modelId="{DBEAEB0B-9B79-49C3-B019-ECD8A26EB318}" type="pres">
      <dgm:prSet presAssocID="{9E3DB8D5-08DD-45C3-9CAE-978A253BF19B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97C2F599-1FB6-4985-8C7A-0B8E3E10FA5C}" type="pres">
      <dgm:prSet presAssocID="{9E3DB8D5-08DD-45C3-9CAE-978A253BF19B}" presName="descendantText" presStyleLbl="alignAccFollowNode1" presStyleIdx="0" presStyleCnt="2">
        <dgm:presLayoutVars>
          <dgm:bulletEnabled val="1"/>
        </dgm:presLayoutVars>
      </dgm:prSet>
      <dgm:spPr/>
    </dgm:pt>
    <dgm:pt modelId="{3F2DD660-746D-446A-888F-E61AB9F652E7}" type="pres">
      <dgm:prSet presAssocID="{77CCA1AB-7C2B-4E81-9A00-B9213AA03D65}" presName="sp" presStyleCnt="0"/>
      <dgm:spPr/>
    </dgm:pt>
    <dgm:pt modelId="{3F5B4B6A-E8D7-4B58-8261-7A40B1FE0292}" type="pres">
      <dgm:prSet presAssocID="{4801AA65-3B98-4B92-90A9-78B1CC247EC8}" presName="linNode" presStyleCnt="0"/>
      <dgm:spPr/>
    </dgm:pt>
    <dgm:pt modelId="{F380D7BE-E620-48E4-BD09-541938BF72AE}" type="pres">
      <dgm:prSet presAssocID="{4801AA65-3B98-4B92-90A9-78B1CC247EC8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9511102B-D653-44AA-AEBE-E8384EB53379}" type="pres">
      <dgm:prSet presAssocID="{4801AA65-3B98-4B92-90A9-78B1CC247EC8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A73B682D-226C-4851-8EFD-3671D1DE0C84}" srcId="{CB94BD28-1993-4917-831D-B1DED4A0BE57}" destId="{9E3DB8D5-08DD-45C3-9CAE-978A253BF19B}" srcOrd="0" destOrd="0" parTransId="{2095E9F1-4068-4B0F-B43A-E4360688F445}" sibTransId="{77CCA1AB-7C2B-4E81-9A00-B9213AA03D65}"/>
    <dgm:cxn modelId="{98149C5F-2A8D-4A97-8616-FAC38B4C8D1D}" srcId="{4801AA65-3B98-4B92-90A9-78B1CC247EC8}" destId="{DB462CAA-8E80-4EBE-ABA1-A2078741E108}" srcOrd="0" destOrd="0" parTransId="{B4B479F4-99E9-494D-AF62-5F1C75E7DA77}" sibTransId="{C6CD8A8E-18CB-47D5-A175-B126114C5F13}"/>
    <dgm:cxn modelId="{98EAE850-3B5E-4C94-83E2-D37A38F90631}" srcId="{4801AA65-3B98-4B92-90A9-78B1CC247EC8}" destId="{933016C9-07C6-4F55-A717-CEC82B26285C}" srcOrd="1" destOrd="0" parTransId="{27D9ED61-5ADB-4ED0-8B27-1DB9B6B26C94}" sibTransId="{BFFE1886-FA51-447F-8565-0CC2704F2F98}"/>
    <dgm:cxn modelId="{67251782-B6E2-498C-9492-8518A08F11ED}" type="presOf" srcId="{CB94BD28-1993-4917-831D-B1DED4A0BE57}" destId="{BFF6C1FB-681F-4296-986B-798FDA78DAA0}" srcOrd="0" destOrd="0" presId="urn:microsoft.com/office/officeart/2005/8/layout/vList5"/>
    <dgm:cxn modelId="{24636491-217E-45A3-B1AB-FF87D308146D}" srcId="{CB94BD28-1993-4917-831D-B1DED4A0BE57}" destId="{4801AA65-3B98-4B92-90A9-78B1CC247EC8}" srcOrd="1" destOrd="0" parTransId="{0DEF99EC-E13E-49F1-96F5-16B3802C90B0}" sibTransId="{2F956419-17EA-4847-852B-416AB533EAD4}"/>
    <dgm:cxn modelId="{893C36C2-A5C9-445B-93F2-ADFF0062C325}" type="presOf" srcId="{ADA5D003-4D37-44C0-A54C-99AC904AFB1A}" destId="{97C2F599-1FB6-4985-8C7A-0B8E3E10FA5C}" srcOrd="0" destOrd="1" presId="urn:microsoft.com/office/officeart/2005/8/layout/vList5"/>
    <dgm:cxn modelId="{778B82E2-F507-46FB-BEAC-CFCF946E3894}" type="presOf" srcId="{FB506939-EAEB-4A48-BE54-1A0F44DFD9E0}" destId="{97C2F599-1FB6-4985-8C7A-0B8E3E10FA5C}" srcOrd="0" destOrd="0" presId="urn:microsoft.com/office/officeart/2005/8/layout/vList5"/>
    <dgm:cxn modelId="{ADDC24E6-E3DD-41A7-89D4-1E3F492126E2}" type="presOf" srcId="{4801AA65-3B98-4B92-90A9-78B1CC247EC8}" destId="{F380D7BE-E620-48E4-BD09-541938BF72AE}" srcOrd="0" destOrd="0" presId="urn:microsoft.com/office/officeart/2005/8/layout/vList5"/>
    <dgm:cxn modelId="{F98EF7EA-DF22-4467-8E10-0CB4055227B2}" type="presOf" srcId="{9E3DB8D5-08DD-45C3-9CAE-978A253BF19B}" destId="{DBEAEB0B-9B79-49C3-B019-ECD8A26EB318}" srcOrd="0" destOrd="0" presId="urn:microsoft.com/office/officeart/2005/8/layout/vList5"/>
    <dgm:cxn modelId="{CED43AF2-2247-4505-997E-E1FD401B0616}" srcId="{9E3DB8D5-08DD-45C3-9CAE-978A253BF19B}" destId="{FB506939-EAEB-4A48-BE54-1A0F44DFD9E0}" srcOrd="0" destOrd="0" parTransId="{926929C6-8BC5-49C5-99A9-BFD391C65C0C}" sibTransId="{3FD45A1B-4C34-4635-85FB-86F0E91745C7}"/>
    <dgm:cxn modelId="{1EFE97F4-947A-4042-9907-0698CFF2682C}" type="presOf" srcId="{933016C9-07C6-4F55-A717-CEC82B26285C}" destId="{9511102B-D653-44AA-AEBE-E8384EB53379}" srcOrd="0" destOrd="1" presId="urn:microsoft.com/office/officeart/2005/8/layout/vList5"/>
    <dgm:cxn modelId="{7122E1F8-19A4-4FF0-B5A6-BF75A599410D}" type="presOf" srcId="{DB462CAA-8E80-4EBE-ABA1-A2078741E108}" destId="{9511102B-D653-44AA-AEBE-E8384EB53379}" srcOrd="0" destOrd="0" presId="urn:microsoft.com/office/officeart/2005/8/layout/vList5"/>
    <dgm:cxn modelId="{E78D29FD-3ABA-48B5-B7CC-7A4D09FCD745}" srcId="{9E3DB8D5-08DD-45C3-9CAE-978A253BF19B}" destId="{ADA5D003-4D37-44C0-A54C-99AC904AFB1A}" srcOrd="1" destOrd="0" parTransId="{A9265A0F-0204-4F6A-954D-D17BAD8A2C32}" sibTransId="{E7389850-3485-4FAB-8A8C-76FD0460400A}"/>
    <dgm:cxn modelId="{7DF9C5E8-8F73-4645-B554-D7276E9E126A}" type="presParOf" srcId="{BFF6C1FB-681F-4296-986B-798FDA78DAA0}" destId="{EF2C338E-A160-4368-8768-04CD50CA1B9A}" srcOrd="0" destOrd="0" presId="urn:microsoft.com/office/officeart/2005/8/layout/vList5"/>
    <dgm:cxn modelId="{323FCC24-B43A-45D9-BCC3-677CE796B656}" type="presParOf" srcId="{EF2C338E-A160-4368-8768-04CD50CA1B9A}" destId="{DBEAEB0B-9B79-49C3-B019-ECD8A26EB318}" srcOrd="0" destOrd="0" presId="urn:microsoft.com/office/officeart/2005/8/layout/vList5"/>
    <dgm:cxn modelId="{1A934D4C-FEB8-4607-9CBF-CE655589A759}" type="presParOf" srcId="{EF2C338E-A160-4368-8768-04CD50CA1B9A}" destId="{97C2F599-1FB6-4985-8C7A-0B8E3E10FA5C}" srcOrd="1" destOrd="0" presId="urn:microsoft.com/office/officeart/2005/8/layout/vList5"/>
    <dgm:cxn modelId="{3F3D253C-B34F-4FA2-8AF7-0500AC61499A}" type="presParOf" srcId="{BFF6C1FB-681F-4296-986B-798FDA78DAA0}" destId="{3F2DD660-746D-446A-888F-E61AB9F652E7}" srcOrd="1" destOrd="0" presId="urn:microsoft.com/office/officeart/2005/8/layout/vList5"/>
    <dgm:cxn modelId="{C29348A5-6786-4EFC-B68B-01381B87651B}" type="presParOf" srcId="{BFF6C1FB-681F-4296-986B-798FDA78DAA0}" destId="{3F5B4B6A-E8D7-4B58-8261-7A40B1FE0292}" srcOrd="2" destOrd="0" presId="urn:microsoft.com/office/officeart/2005/8/layout/vList5"/>
    <dgm:cxn modelId="{3A90946F-2C35-49AF-B3DD-E309F3522E64}" type="presParOf" srcId="{3F5B4B6A-E8D7-4B58-8261-7A40B1FE0292}" destId="{F380D7BE-E620-48E4-BD09-541938BF72AE}" srcOrd="0" destOrd="0" presId="urn:microsoft.com/office/officeart/2005/8/layout/vList5"/>
    <dgm:cxn modelId="{1F5145A3-44E5-4E85-ABCD-344A16291B74}" type="presParOf" srcId="{3F5B4B6A-E8D7-4B58-8261-7A40B1FE0292}" destId="{9511102B-D653-44AA-AEBE-E8384EB5337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94BD28-1993-4917-831D-B1DED4A0BE5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4A5B4EE-8C79-4A88-BD94-3E69717E11C0}">
      <dgm:prSet phldrT="[Texto]"/>
      <dgm:spPr/>
      <dgm:t>
        <a:bodyPr/>
        <a:lstStyle/>
        <a:p>
          <a:r>
            <a:rPr lang="pt-BR" dirty="0"/>
            <a:t>ETL</a:t>
          </a:r>
        </a:p>
      </dgm:t>
    </dgm:pt>
    <dgm:pt modelId="{CD3BF7C0-FADB-4221-8AE4-90ADC9A15C74}" type="parTrans" cxnId="{D84BB4D5-F846-4F9F-89E4-9E0DBB05D36B}">
      <dgm:prSet/>
      <dgm:spPr/>
      <dgm:t>
        <a:bodyPr/>
        <a:lstStyle/>
        <a:p>
          <a:endParaRPr lang="pt-BR"/>
        </a:p>
      </dgm:t>
    </dgm:pt>
    <dgm:pt modelId="{3E7ECDE0-7FF7-4B3A-B387-60876CDB3165}" type="sibTrans" cxnId="{D84BB4D5-F846-4F9F-89E4-9E0DBB05D36B}">
      <dgm:prSet/>
      <dgm:spPr/>
      <dgm:t>
        <a:bodyPr/>
        <a:lstStyle/>
        <a:p>
          <a:endParaRPr lang="pt-BR"/>
        </a:p>
      </dgm:t>
    </dgm:pt>
    <dgm:pt modelId="{244DA0B9-D7E3-4AEC-8A2F-1A81EC9327B6}">
      <dgm:prSet phldrT="[Texto]"/>
      <dgm:spPr/>
      <dgm:t>
        <a:bodyPr/>
        <a:lstStyle/>
        <a:p>
          <a:r>
            <a:rPr lang="pt-BR" dirty="0"/>
            <a:t>SAP</a:t>
          </a:r>
        </a:p>
      </dgm:t>
    </dgm:pt>
    <dgm:pt modelId="{3692CB51-E575-461C-95B8-AC1C23342705}" type="parTrans" cxnId="{D2385886-95A5-4470-AA52-60E5BD9DBF66}">
      <dgm:prSet/>
      <dgm:spPr/>
      <dgm:t>
        <a:bodyPr/>
        <a:lstStyle/>
        <a:p>
          <a:endParaRPr lang="pt-BR"/>
        </a:p>
      </dgm:t>
    </dgm:pt>
    <dgm:pt modelId="{AE1E0DEE-C4BD-4B83-B559-B9094F279E9D}" type="sibTrans" cxnId="{D2385886-95A5-4470-AA52-60E5BD9DBF66}">
      <dgm:prSet/>
      <dgm:spPr/>
      <dgm:t>
        <a:bodyPr/>
        <a:lstStyle/>
        <a:p>
          <a:endParaRPr lang="pt-BR"/>
        </a:p>
      </dgm:t>
    </dgm:pt>
    <dgm:pt modelId="{2D3D2195-10A6-4087-8207-67035DE1B58A}">
      <dgm:prSet phldrT="[Texto]"/>
      <dgm:spPr/>
      <dgm:t>
        <a:bodyPr/>
        <a:lstStyle/>
        <a:p>
          <a:r>
            <a:rPr lang="pt-BR" dirty="0"/>
            <a:t>CSV</a:t>
          </a:r>
        </a:p>
      </dgm:t>
    </dgm:pt>
    <dgm:pt modelId="{DE1F4D0E-534F-4927-B0CF-01AA45C9D456}" type="parTrans" cxnId="{45228270-C396-46F8-B197-BED28DE1D11F}">
      <dgm:prSet/>
      <dgm:spPr/>
      <dgm:t>
        <a:bodyPr/>
        <a:lstStyle/>
        <a:p>
          <a:endParaRPr lang="pt-BR"/>
        </a:p>
      </dgm:t>
    </dgm:pt>
    <dgm:pt modelId="{D3F653D3-AD3C-4F1F-B9EE-D9B019FEE3B4}" type="sibTrans" cxnId="{45228270-C396-46F8-B197-BED28DE1D11F}">
      <dgm:prSet/>
      <dgm:spPr/>
      <dgm:t>
        <a:bodyPr/>
        <a:lstStyle/>
        <a:p>
          <a:endParaRPr lang="pt-BR"/>
        </a:p>
      </dgm:t>
    </dgm:pt>
    <dgm:pt modelId="{45FF898D-F1CA-4816-905F-D59610B1B89A}">
      <dgm:prSet phldrT="[Texto]"/>
      <dgm:spPr/>
      <dgm:t>
        <a:bodyPr/>
        <a:lstStyle/>
        <a:p>
          <a:r>
            <a:rPr lang="pt-BR" dirty="0"/>
            <a:t>ETL</a:t>
          </a:r>
        </a:p>
      </dgm:t>
    </dgm:pt>
    <dgm:pt modelId="{C7F84BE0-A016-4E27-8F21-D381153F1A53}" type="parTrans" cxnId="{34AC6407-0F8F-499B-93AD-38D51E1B7C14}">
      <dgm:prSet/>
      <dgm:spPr/>
      <dgm:t>
        <a:bodyPr/>
        <a:lstStyle/>
        <a:p>
          <a:endParaRPr lang="pt-BR"/>
        </a:p>
      </dgm:t>
    </dgm:pt>
    <dgm:pt modelId="{3EEF948B-2C1C-4A9B-BC17-8E84DA1A3969}" type="sibTrans" cxnId="{34AC6407-0F8F-499B-93AD-38D51E1B7C14}">
      <dgm:prSet/>
      <dgm:spPr/>
      <dgm:t>
        <a:bodyPr/>
        <a:lstStyle/>
        <a:p>
          <a:endParaRPr lang="pt-BR"/>
        </a:p>
      </dgm:t>
    </dgm:pt>
    <dgm:pt modelId="{B1B88ABB-8186-416F-8E4A-6AA82B717687}">
      <dgm:prSet phldrT="[Texto]"/>
      <dgm:spPr/>
      <dgm:t>
        <a:bodyPr/>
        <a:lstStyle/>
        <a:p>
          <a:r>
            <a:rPr lang="pt-BR" dirty="0"/>
            <a:t>SQL</a:t>
          </a:r>
        </a:p>
      </dgm:t>
    </dgm:pt>
    <dgm:pt modelId="{2149C5AF-2649-4347-B0B2-AEB0E4A39550}" type="parTrans" cxnId="{F0A49F68-CFD0-4570-AE37-F1B03B57FB35}">
      <dgm:prSet/>
      <dgm:spPr/>
      <dgm:t>
        <a:bodyPr/>
        <a:lstStyle/>
        <a:p>
          <a:endParaRPr lang="pt-BR"/>
        </a:p>
      </dgm:t>
    </dgm:pt>
    <dgm:pt modelId="{00824ABB-B187-4E2F-90DD-CA58E7B7F36A}" type="sibTrans" cxnId="{F0A49F68-CFD0-4570-AE37-F1B03B57FB35}">
      <dgm:prSet/>
      <dgm:spPr/>
      <dgm:t>
        <a:bodyPr/>
        <a:lstStyle/>
        <a:p>
          <a:endParaRPr lang="pt-BR"/>
        </a:p>
      </dgm:t>
    </dgm:pt>
    <dgm:pt modelId="{463CEFAB-40DC-4259-97BB-D10ED5AF66D3}">
      <dgm:prSet phldrT="[Texto]"/>
      <dgm:spPr/>
      <dgm:t>
        <a:bodyPr/>
        <a:lstStyle/>
        <a:p>
          <a:r>
            <a:rPr lang="pt-BR" dirty="0"/>
            <a:t>EXCEL</a:t>
          </a:r>
        </a:p>
      </dgm:t>
    </dgm:pt>
    <dgm:pt modelId="{D0E315D0-E77E-4817-939A-C7F22F4BF7DB}" type="parTrans" cxnId="{763FEFF0-9CCD-4E83-8ED5-AEFEBFE641A8}">
      <dgm:prSet/>
      <dgm:spPr/>
      <dgm:t>
        <a:bodyPr/>
        <a:lstStyle/>
        <a:p>
          <a:endParaRPr lang="pt-BR"/>
        </a:p>
      </dgm:t>
    </dgm:pt>
    <dgm:pt modelId="{CAC66794-8796-4A40-94B9-0D02A5794E93}" type="sibTrans" cxnId="{763FEFF0-9CCD-4E83-8ED5-AEFEBFE641A8}">
      <dgm:prSet/>
      <dgm:spPr/>
      <dgm:t>
        <a:bodyPr/>
        <a:lstStyle/>
        <a:p>
          <a:endParaRPr lang="pt-BR"/>
        </a:p>
      </dgm:t>
    </dgm:pt>
    <dgm:pt modelId="{BFF6C1FB-681F-4296-986B-798FDA78DAA0}" type="pres">
      <dgm:prSet presAssocID="{CB94BD28-1993-4917-831D-B1DED4A0BE57}" presName="Name0" presStyleCnt="0">
        <dgm:presLayoutVars>
          <dgm:dir/>
          <dgm:animLvl val="lvl"/>
          <dgm:resizeHandles val="exact"/>
        </dgm:presLayoutVars>
      </dgm:prSet>
      <dgm:spPr/>
    </dgm:pt>
    <dgm:pt modelId="{7C5C5D87-1399-452E-99B8-0BC25D3464F9}" type="pres">
      <dgm:prSet presAssocID="{B4A5B4EE-8C79-4A88-BD94-3E69717E11C0}" presName="linNode" presStyleCnt="0"/>
      <dgm:spPr/>
    </dgm:pt>
    <dgm:pt modelId="{E79EB2B6-C874-45E0-AC97-F01A1499FC62}" type="pres">
      <dgm:prSet presAssocID="{B4A5B4EE-8C79-4A88-BD94-3E69717E11C0}" presName="parentText" presStyleLbl="node1" presStyleIdx="0" presStyleCnt="1" custScaleX="77819" custLinFactNeighborX="-6214" custLinFactNeighborY="-165">
        <dgm:presLayoutVars>
          <dgm:chMax val="1"/>
          <dgm:bulletEnabled val="1"/>
        </dgm:presLayoutVars>
      </dgm:prSet>
      <dgm:spPr/>
    </dgm:pt>
    <dgm:pt modelId="{3D465BE8-2F1A-4752-B1BF-F63E9B8994A0}" type="pres">
      <dgm:prSet presAssocID="{B4A5B4EE-8C79-4A88-BD94-3E69717E11C0}" presName="descendantText" presStyleLbl="alignAccFollowNode1" presStyleIdx="0" presStyleCnt="1" custScaleX="111245">
        <dgm:presLayoutVars>
          <dgm:bulletEnabled val="1"/>
        </dgm:presLayoutVars>
      </dgm:prSet>
      <dgm:spPr/>
    </dgm:pt>
  </dgm:ptLst>
  <dgm:cxnLst>
    <dgm:cxn modelId="{34AC6407-0F8F-499B-93AD-38D51E1B7C14}" srcId="{B4A5B4EE-8C79-4A88-BD94-3E69717E11C0}" destId="{45FF898D-F1CA-4816-905F-D59610B1B89A}" srcOrd="2" destOrd="0" parTransId="{C7F84BE0-A016-4E27-8F21-D381153F1A53}" sibTransId="{3EEF948B-2C1C-4A9B-BC17-8E84DA1A3969}"/>
    <dgm:cxn modelId="{F0A49F68-CFD0-4570-AE37-F1B03B57FB35}" srcId="{B4A5B4EE-8C79-4A88-BD94-3E69717E11C0}" destId="{B1B88ABB-8186-416F-8E4A-6AA82B717687}" srcOrd="3" destOrd="0" parTransId="{2149C5AF-2649-4347-B0B2-AEB0E4A39550}" sibTransId="{00824ABB-B187-4E2F-90DD-CA58E7B7F36A}"/>
    <dgm:cxn modelId="{45228270-C396-46F8-B197-BED28DE1D11F}" srcId="{B4A5B4EE-8C79-4A88-BD94-3E69717E11C0}" destId="{2D3D2195-10A6-4087-8207-67035DE1B58A}" srcOrd="1" destOrd="0" parTransId="{DE1F4D0E-534F-4927-B0CF-01AA45C9D456}" sibTransId="{D3F653D3-AD3C-4F1F-B9EE-D9B019FEE3B4}"/>
    <dgm:cxn modelId="{67251782-B6E2-498C-9492-8518A08F11ED}" type="presOf" srcId="{CB94BD28-1993-4917-831D-B1DED4A0BE57}" destId="{BFF6C1FB-681F-4296-986B-798FDA78DAA0}" srcOrd="0" destOrd="0" presId="urn:microsoft.com/office/officeart/2005/8/layout/vList5"/>
    <dgm:cxn modelId="{D2385886-95A5-4470-AA52-60E5BD9DBF66}" srcId="{B4A5B4EE-8C79-4A88-BD94-3E69717E11C0}" destId="{244DA0B9-D7E3-4AEC-8A2F-1A81EC9327B6}" srcOrd="0" destOrd="0" parTransId="{3692CB51-E575-461C-95B8-AC1C23342705}" sibTransId="{AE1E0DEE-C4BD-4B83-B559-B9094F279E9D}"/>
    <dgm:cxn modelId="{DF72D391-D816-43B4-B51B-84F6074A04C4}" type="presOf" srcId="{463CEFAB-40DC-4259-97BB-D10ED5AF66D3}" destId="{3D465BE8-2F1A-4752-B1BF-F63E9B8994A0}" srcOrd="0" destOrd="4" presId="urn:microsoft.com/office/officeart/2005/8/layout/vList5"/>
    <dgm:cxn modelId="{9BF1F194-1F0C-4489-9417-53B6761674B3}" type="presOf" srcId="{244DA0B9-D7E3-4AEC-8A2F-1A81EC9327B6}" destId="{3D465BE8-2F1A-4752-B1BF-F63E9B8994A0}" srcOrd="0" destOrd="0" presId="urn:microsoft.com/office/officeart/2005/8/layout/vList5"/>
    <dgm:cxn modelId="{E363EAC4-160B-47F0-8941-EB94837F7FED}" type="presOf" srcId="{2D3D2195-10A6-4087-8207-67035DE1B58A}" destId="{3D465BE8-2F1A-4752-B1BF-F63E9B8994A0}" srcOrd="0" destOrd="1" presId="urn:microsoft.com/office/officeart/2005/8/layout/vList5"/>
    <dgm:cxn modelId="{FFB9C9D1-02A6-4977-8EA6-93C4D86E18D1}" type="presOf" srcId="{B4A5B4EE-8C79-4A88-BD94-3E69717E11C0}" destId="{E79EB2B6-C874-45E0-AC97-F01A1499FC62}" srcOrd="0" destOrd="0" presId="urn:microsoft.com/office/officeart/2005/8/layout/vList5"/>
    <dgm:cxn modelId="{8EF73DD5-B29D-445B-A495-4A3AEE112A00}" type="presOf" srcId="{B1B88ABB-8186-416F-8E4A-6AA82B717687}" destId="{3D465BE8-2F1A-4752-B1BF-F63E9B8994A0}" srcOrd="0" destOrd="3" presId="urn:microsoft.com/office/officeart/2005/8/layout/vList5"/>
    <dgm:cxn modelId="{D84BB4D5-F846-4F9F-89E4-9E0DBB05D36B}" srcId="{CB94BD28-1993-4917-831D-B1DED4A0BE57}" destId="{B4A5B4EE-8C79-4A88-BD94-3E69717E11C0}" srcOrd="0" destOrd="0" parTransId="{CD3BF7C0-FADB-4221-8AE4-90ADC9A15C74}" sibTransId="{3E7ECDE0-7FF7-4B3A-B387-60876CDB3165}"/>
    <dgm:cxn modelId="{763FEFF0-9CCD-4E83-8ED5-AEFEBFE641A8}" srcId="{B4A5B4EE-8C79-4A88-BD94-3E69717E11C0}" destId="{463CEFAB-40DC-4259-97BB-D10ED5AF66D3}" srcOrd="4" destOrd="0" parTransId="{D0E315D0-E77E-4817-939A-C7F22F4BF7DB}" sibTransId="{CAC66794-8796-4A40-94B9-0D02A5794E93}"/>
    <dgm:cxn modelId="{9147A7FC-06B9-4F5C-9AD9-3D49A9DB381C}" type="presOf" srcId="{45FF898D-F1CA-4816-905F-D59610B1B89A}" destId="{3D465BE8-2F1A-4752-B1BF-F63E9B8994A0}" srcOrd="0" destOrd="2" presId="urn:microsoft.com/office/officeart/2005/8/layout/vList5"/>
    <dgm:cxn modelId="{6D502121-00BD-47CC-9DD8-1C23554B6ACF}" type="presParOf" srcId="{BFF6C1FB-681F-4296-986B-798FDA78DAA0}" destId="{7C5C5D87-1399-452E-99B8-0BC25D3464F9}" srcOrd="0" destOrd="0" presId="urn:microsoft.com/office/officeart/2005/8/layout/vList5"/>
    <dgm:cxn modelId="{66DC05E7-7228-4C6B-85FE-5F57E798674C}" type="presParOf" srcId="{7C5C5D87-1399-452E-99B8-0BC25D3464F9}" destId="{E79EB2B6-C874-45E0-AC97-F01A1499FC62}" srcOrd="0" destOrd="0" presId="urn:microsoft.com/office/officeart/2005/8/layout/vList5"/>
    <dgm:cxn modelId="{2796D91D-2DD7-4603-84F3-81E0A0D95F3A}" type="presParOf" srcId="{7C5C5D87-1399-452E-99B8-0BC25D3464F9}" destId="{3D465BE8-2F1A-4752-B1BF-F63E9B8994A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03A3CC-88A4-4B7E-B973-418071879D67}">
      <dsp:nvSpPr>
        <dsp:cNvPr id="0" name=""/>
        <dsp:cNvSpPr/>
      </dsp:nvSpPr>
      <dsp:spPr>
        <a:xfrm>
          <a:off x="0" y="0"/>
          <a:ext cx="4395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56A86-5DF7-45BA-B011-3C6E89D8633F}">
      <dsp:nvSpPr>
        <dsp:cNvPr id="0" name=""/>
        <dsp:cNvSpPr/>
      </dsp:nvSpPr>
      <dsp:spPr>
        <a:xfrm>
          <a:off x="0" y="0"/>
          <a:ext cx="879157" cy="419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Analise de dados</a:t>
          </a:r>
        </a:p>
      </dsp:txBody>
      <dsp:txXfrm>
        <a:off x="0" y="0"/>
        <a:ext cx="879157" cy="4195763"/>
      </dsp:txXfrm>
    </dsp:sp>
    <dsp:sp modelId="{3B3066F3-9705-4D55-9561-82809AB0CEB3}">
      <dsp:nvSpPr>
        <dsp:cNvPr id="0" name=""/>
        <dsp:cNvSpPr/>
      </dsp:nvSpPr>
      <dsp:spPr>
        <a:xfrm>
          <a:off x="945094" y="65558"/>
          <a:ext cx="3450692" cy="1311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Eles fazem trabalho manual de CTRL+C e CTRL+V, para passa informações para uma única planilha</a:t>
          </a:r>
        </a:p>
      </dsp:txBody>
      <dsp:txXfrm>
        <a:off x="945094" y="65558"/>
        <a:ext cx="3450692" cy="1311175"/>
      </dsp:txXfrm>
    </dsp:sp>
    <dsp:sp modelId="{B00F53C8-DE69-406A-AF8D-B29DA52A56D7}">
      <dsp:nvSpPr>
        <dsp:cNvPr id="0" name=""/>
        <dsp:cNvSpPr/>
      </dsp:nvSpPr>
      <dsp:spPr>
        <a:xfrm>
          <a:off x="879157" y="1376734"/>
          <a:ext cx="35166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C236E-631C-42F6-A028-AA16852DAB30}">
      <dsp:nvSpPr>
        <dsp:cNvPr id="0" name=""/>
        <dsp:cNvSpPr/>
      </dsp:nvSpPr>
      <dsp:spPr>
        <a:xfrm>
          <a:off x="945094" y="1442293"/>
          <a:ext cx="3450692" cy="1311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Unificar todas as planilhas criando um banco de dados no SQL</a:t>
          </a:r>
        </a:p>
      </dsp:txBody>
      <dsp:txXfrm>
        <a:off x="945094" y="1442293"/>
        <a:ext cx="3450692" cy="1311175"/>
      </dsp:txXfrm>
    </dsp:sp>
    <dsp:sp modelId="{966068DA-72F4-4E1F-97A9-ACBEA244EEC3}">
      <dsp:nvSpPr>
        <dsp:cNvPr id="0" name=""/>
        <dsp:cNvSpPr/>
      </dsp:nvSpPr>
      <dsp:spPr>
        <a:xfrm>
          <a:off x="879157" y="2753469"/>
          <a:ext cx="35166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6588A4-4969-4F1B-9259-9F4C07FAB761}">
      <dsp:nvSpPr>
        <dsp:cNvPr id="0" name=""/>
        <dsp:cNvSpPr/>
      </dsp:nvSpPr>
      <dsp:spPr>
        <a:xfrm>
          <a:off x="945094" y="2819028"/>
          <a:ext cx="3450692" cy="1311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Criar tabelas e coluna no </a:t>
          </a:r>
          <a:r>
            <a:rPr lang="pt-BR" sz="1900" kern="1200" dirty="0" err="1"/>
            <a:t>sql</a:t>
          </a:r>
          <a:r>
            <a:rPr lang="pt-BR" sz="1900" kern="1200" dirty="0"/>
            <a:t> de acordo com o que tem no Excel e usar </a:t>
          </a:r>
          <a:r>
            <a:rPr lang="pt-BR" sz="1900" kern="1200" dirty="0" err="1"/>
            <a:t>inner</a:t>
          </a:r>
          <a:r>
            <a:rPr lang="pt-BR" sz="1900" kern="1200" dirty="0"/>
            <a:t> Join para unificar todas</a:t>
          </a:r>
        </a:p>
      </dsp:txBody>
      <dsp:txXfrm>
        <a:off x="945094" y="2819028"/>
        <a:ext cx="3450692" cy="1311175"/>
      </dsp:txXfrm>
    </dsp:sp>
    <dsp:sp modelId="{5419EFEC-7F9C-4F0C-8D1E-D5D68F4DCBCF}">
      <dsp:nvSpPr>
        <dsp:cNvPr id="0" name=""/>
        <dsp:cNvSpPr/>
      </dsp:nvSpPr>
      <dsp:spPr>
        <a:xfrm>
          <a:off x="879157" y="4130204"/>
          <a:ext cx="35166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03A3CC-88A4-4B7E-B973-418071879D67}">
      <dsp:nvSpPr>
        <dsp:cNvPr id="0" name=""/>
        <dsp:cNvSpPr/>
      </dsp:nvSpPr>
      <dsp:spPr>
        <a:xfrm>
          <a:off x="0" y="0"/>
          <a:ext cx="43957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56A86-5DF7-45BA-B011-3C6E89D8633F}">
      <dsp:nvSpPr>
        <dsp:cNvPr id="0" name=""/>
        <dsp:cNvSpPr/>
      </dsp:nvSpPr>
      <dsp:spPr>
        <a:xfrm>
          <a:off x="0" y="0"/>
          <a:ext cx="879157" cy="4200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Controle de mochilas e Periféricos</a:t>
          </a:r>
        </a:p>
      </dsp:txBody>
      <dsp:txXfrm>
        <a:off x="0" y="0"/>
        <a:ext cx="879157" cy="4200525"/>
      </dsp:txXfrm>
    </dsp:sp>
    <dsp:sp modelId="{3B3066F3-9705-4D55-9561-82809AB0CEB3}">
      <dsp:nvSpPr>
        <dsp:cNvPr id="0" name=""/>
        <dsp:cNvSpPr/>
      </dsp:nvSpPr>
      <dsp:spPr>
        <a:xfrm>
          <a:off x="945094" y="65633"/>
          <a:ext cx="3450693" cy="1312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Eles fazem trabalho manual de CTRL+C e CTRL+V, para passa informações para uma única planilha</a:t>
          </a:r>
        </a:p>
      </dsp:txBody>
      <dsp:txXfrm>
        <a:off x="945094" y="65633"/>
        <a:ext cx="3450693" cy="1312664"/>
      </dsp:txXfrm>
    </dsp:sp>
    <dsp:sp modelId="{B00F53C8-DE69-406A-AF8D-B29DA52A56D7}">
      <dsp:nvSpPr>
        <dsp:cNvPr id="0" name=""/>
        <dsp:cNvSpPr/>
      </dsp:nvSpPr>
      <dsp:spPr>
        <a:xfrm>
          <a:off x="879157" y="1378297"/>
          <a:ext cx="35166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C236E-631C-42F6-A028-AA16852DAB30}">
      <dsp:nvSpPr>
        <dsp:cNvPr id="0" name=""/>
        <dsp:cNvSpPr/>
      </dsp:nvSpPr>
      <dsp:spPr>
        <a:xfrm>
          <a:off x="945094" y="1443930"/>
          <a:ext cx="3450693" cy="1312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Unificar todas as planilhas criando um banco de dados no SQL</a:t>
          </a:r>
        </a:p>
      </dsp:txBody>
      <dsp:txXfrm>
        <a:off x="945094" y="1443930"/>
        <a:ext cx="3450693" cy="1312664"/>
      </dsp:txXfrm>
    </dsp:sp>
    <dsp:sp modelId="{966068DA-72F4-4E1F-97A9-ACBEA244EEC3}">
      <dsp:nvSpPr>
        <dsp:cNvPr id="0" name=""/>
        <dsp:cNvSpPr/>
      </dsp:nvSpPr>
      <dsp:spPr>
        <a:xfrm>
          <a:off x="879157" y="2756594"/>
          <a:ext cx="35166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6588A4-4969-4F1B-9259-9F4C07FAB761}">
      <dsp:nvSpPr>
        <dsp:cNvPr id="0" name=""/>
        <dsp:cNvSpPr/>
      </dsp:nvSpPr>
      <dsp:spPr>
        <a:xfrm>
          <a:off x="945094" y="2822227"/>
          <a:ext cx="3450693" cy="1312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Criar tabelas e coluna no </a:t>
          </a:r>
          <a:r>
            <a:rPr lang="pt-BR" sz="1900" kern="1200" dirty="0" err="1"/>
            <a:t>sql</a:t>
          </a:r>
          <a:r>
            <a:rPr lang="pt-BR" sz="1900" kern="1200" dirty="0"/>
            <a:t> de acordo com o que tem no Excel e usar </a:t>
          </a:r>
          <a:r>
            <a:rPr lang="pt-BR" sz="1900" kern="1200" dirty="0" err="1"/>
            <a:t>inner</a:t>
          </a:r>
          <a:r>
            <a:rPr lang="pt-BR" sz="1900" kern="1200" dirty="0"/>
            <a:t> Join para unificar todas</a:t>
          </a:r>
        </a:p>
      </dsp:txBody>
      <dsp:txXfrm>
        <a:off x="945094" y="2822227"/>
        <a:ext cx="3450693" cy="1312664"/>
      </dsp:txXfrm>
    </dsp:sp>
    <dsp:sp modelId="{5419EFEC-7F9C-4F0C-8D1E-D5D68F4DCBCF}">
      <dsp:nvSpPr>
        <dsp:cNvPr id="0" name=""/>
        <dsp:cNvSpPr/>
      </dsp:nvSpPr>
      <dsp:spPr>
        <a:xfrm>
          <a:off x="879157" y="4134891"/>
          <a:ext cx="35166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C2F599-1FB6-4985-8C7A-0B8E3E10FA5C}">
      <dsp:nvSpPr>
        <dsp:cNvPr id="0" name=""/>
        <dsp:cNvSpPr/>
      </dsp:nvSpPr>
      <dsp:spPr>
        <a:xfrm rot="5400000">
          <a:off x="2741879" y="-767601"/>
          <a:ext cx="1341147" cy="3211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300" kern="1200" dirty="0"/>
            <a:t>Colunas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300" kern="1200" dirty="0"/>
            <a:t>Planilha</a:t>
          </a:r>
        </a:p>
      </dsp:txBody>
      <dsp:txXfrm rot="-5400000">
        <a:off x="1806593" y="233154"/>
        <a:ext cx="3146251" cy="1210209"/>
      </dsp:txXfrm>
    </dsp:sp>
    <dsp:sp modelId="{DBEAEB0B-9B79-49C3-B019-ECD8A26EB318}">
      <dsp:nvSpPr>
        <dsp:cNvPr id="0" name=""/>
        <dsp:cNvSpPr/>
      </dsp:nvSpPr>
      <dsp:spPr>
        <a:xfrm>
          <a:off x="0" y="41"/>
          <a:ext cx="1806592" cy="16764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SQL</a:t>
          </a:r>
        </a:p>
      </dsp:txBody>
      <dsp:txXfrm>
        <a:off x="81837" y="81878"/>
        <a:ext cx="1642918" cy="1512760"/>
      </dsp:txXfrm>
    </dsp:sp>
    <dsp:sp modelId="{9511102B-D653-44AA-AEBE-E8384EB53379}">
      <dsp:nvSpPr>
        <dsp:cNvPr id="0" name=""/>
        <dsp:cNvSpPr/>
      </dsp:nvSpPr>
      <dsp:spPr>
        <a:xfrm rot="5400000">
          <a:off x="2741879" y="992654"/>
          <a:ext cx="1341147" cy="3211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300" kern="1200" dirty="0" err="1"/>
            <a:t>Inner</a:t>
          </a:r>
          <a:r>
            <a:rPr lang="pt-BR" sz="3300" kern="1200" dirty="0"/>
            <a:t> Join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300" kern="1200" dirty="0"/>
            <a:t>Planilha final</a:t>
          </a:r>
        </a:p>
      </dsp:txBody>
      <dsp:txXfrm rot="-5400000">
        <a:off x="1806593" y="1993410"/>
        <a:ext cx="3146251" cy="1210209"/>
      </dsp:txXfrm>
    </dsp:sp>
    <dsp:sp modelId="{F380D7BE-E620-48E4-BD09-541938BF72AE}">
      <dsp:nvSpPr>
        <dsp:cNvPr id="0" name=""/>
        <dsp:cNvSpPr/>
      </dsp:nvSpPr>
      <dsp:spPr>
        <a:xfrm>
          <a:off x="0" y="1760297"/>
          <a:ext cx="1806592" cy="16764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Manipulação</a:t>
          </a:r>
        </a:p>
      </dsp:txBody>
      <dsp:txXfrm>
        <a:off x="81837" y="1842134"/>
        <a:ext cx="1642918" cy="15127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65BE8-2F1A-4752-B1BF-F63E9B8994A0}">
      <dsp:nvSpPr>
        <dsp:cNvPr id="0" name=""/>
        <dsp:cNvSpPr/>
      </dsp:nvSpPr>
      <dsp:spPr>
        <a:xfrm rot="5400000">
          <a:off x="2834414" y="-479916"/>
          <a:ext cx="3160595" cy="491057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SAP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CSV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ETL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SQL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EXCEL</a:t>
          </a:r>
        </a:p>
      </dsp:txBody>
      <dsp:txXfrm rot="-5400000">
        <a:off x="1959423" y="549363"/>
        <a:ext cx="4756289" cy="2852019"/>
      </dsp:txXfrm>
    </dsp:sp>
    <dsp:sp modelId="{E79EB2B6-C874-45E0-AC97-F01A1499FC62}">
      <dsp:nvSpPr>
        <dsp:cNvPr id="0" name=""/>
        <dsp:cNvSpPr/>
      </dsp:nvSpPr>
      <dsp:spPr>
        <a:xfrm>
          <a:off x="0" y="0"/>
          <a:ext cx="1932236" cy="39507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 dirty="0"/>
            <a:t>ETL</a:t>
          </a:r>
        </a:p>
      </dsp:txBody>
      <dsp:txXfrm>
        <a:off x="94324" y="94324"/>
        <a:ext cx="1743588" cy="3762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8T23:05:3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7617C-B373-4523-802F-C83E419317BF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57BB7-C63D-47FC-A750-13C9BFA35B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41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57BB7-C63D-47FC-A750-13C9BFA35B9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4354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8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61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77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88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55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9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48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0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78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01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991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4204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761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53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82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574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85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5C3B526-6742-4533-9567-03F0656AE10A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239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18682AF-D7DD-9F8F-9671-76C18CCFB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3"/>
            <a:ext cx="3086722" cy="184500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D0C9B0D-0882-DBE0-614A-ECB550E13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231" y="0"/>
            <a:ext cx="2755769" cy="1845005"/>
          </a:xfrm>
          <a:prstGeom prst="rect">
            <a:avLst/>
          </a:prstGeom>
        </p:spPr>
      </p:pic>
      <p:sp>
        <p:nvSpPr>
          <p:cNvPr id="7" name="Caixa de texto 6">
            <a:extLst>
              <a:ext uri="{FF2B5EF4-FFF2-40B4-BE49-F238E27FC236}">
                <a16:creationId xmlns:a16="http://schemas.microsoft.com/office/drawing/2014/main" id="{D1F62844-03D4-40A4-00AC-9B3FD1BAFC3A}"/>
              </a:ext>
            </a:extLst>
          </p:cNvPr>
          <p:cNvSpPr txBox="1"/>
          <p:nvPr/>
        </p:nvSpPr>
        <p:spPr>
          <a:xfrm>
            <a:off x="3765400" y="2938805"/>
            <a:ext cx="4661199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4400" b="1" dirty="0">
                <a:solidFill>
                  <a:schemeClr val="bg1"/>
                </a:solidFill>
                <a:latin typeface="+mj-lt"/>
              </a:rPr>
              <a:t>POCOTECH </a:t>
            </a:r>
          </a:p>
        </p:txBody>
      </p:sp>
      <p:sp>
        <p:nvSpPr>
          <p:cNvPr id="8" name="Caixa de texto 20">
            <a:extLst>
              <a:ext uri="{FF2B5EF4-FFF2-40B4-BE49-F238E27FC236}">
                <a16:creationId xmlns:a16="http://schemas.microsoft.com/office/drawing/2014/main" id="{1FA507AA-FF07-851D-9982-1622BE6A9D2A}"/>
              </a:ext>
            </a:extLst>
          </p:cNvPr>
          <p:cNvSpPr txBox="1"/>
          <p:nvPr/>
        </p:nvSpPr>
        <p:spPr>
          <a:xfrm>
            <a:off x="2672526" y="4111760"/>
            <a:ext cx="6846945" cy="155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Vitor de Andrade Ferreira Dias – RM 957132 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Guilherme Macário da Silva - RM: 84057 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Kaique</a:t>
            </a:r>
            <a:r>
              <a:rPr lang="pt-BR" sz="2000" dirty="0">
                <a:solidFill>
                  <a:schemeClr val="bg1"/>
                </a:solidFill>
              </a:rPr>
              <a:t> Carvalho da Silva - RM: 93040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Julio</a:t>
            </a:r>
            <a:r>
              <a:rPr lang="pt-BR" sz="2000" dirty="0">
                <a:solidFill>
                  <a:schemeClr val="bg1"/>
                </a:solidFill>
              </a:rPr>
              <a:t> Cesar de Andrade Santana – RM 88100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BENJAMIM LUCAS RODRIGUES GONÇALO - RM96026</a:t>
            </a:r>
          </a:p>
        </p:txBody>
      </p:sp>
    </p:spTree>
    <p:extLst>
      <p:ext uri="{BB962C8B-B14F-4D97-AF65-F5344CB8AC3E}">
        <p14:creationId xmlns:p14="http://schemas.microsoft.com/office/powerpoint/2010/main" val="3865097445"/>
      </p:ext>
    </p:extLst>
  </p:cSld>
  <p:clrMapOvr>
    <a:masterClrMapping/>
  </p:clrMapOvr>
  <p:transition spd="slow" advTm="6211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4731EF9-EE25-9E4B-52F1-6B358803D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Dados  </a:t>
            </a:r>
            <a:br>
              <a:rPr lang="pt-BR" dirty="0"/>
            </a:br>
            <a:r>
              <a:rPr lang="pt-BR" dirty="0"/>
              <a:t>Controle de Mochilas e Periféricos</a:t>
            </a:r>
          </a:p>
        </p:txBody>
      </p:sp>
      <p:graphicFrame>
        <p:nvGraphicFramePr>
          <p:cNvPr id="13" name="Espaço Reservado para Conteúdo 12">
            <a:extLst>
              <a:ext uri="{FF2B5EF4-FFF2-40B4-BE49-F238E27FC236}">
                <a16:creationId xmlns:a16="http://schemas.microsoft.com/office/drawing/2014/main" id="{82C27806-0E55-E632-8A2C-00DB1AF161B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53718779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Espaço Reservado para Conteúdo 12">
            <a:extLst>
              <a:ext uri="{FF2B5EF4-FFF2-40B4-BE49-F238E27FC236}">
                <a16:creationId xmlns:a16="http://schemas.microsoft.com/office/drawing/2014/main" id="{361400AC-8C47-7D46-C555-3BEFAAEB52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89249461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23225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619"/>
    </mc:Choice>
    <mc:Fallback>
      <p:transition spd="slow" advTm="2761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62A8F3-55C5-9C5A-132F-87E6DA076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56739" cy="1458632"/>
          </a:xfrm>
        </p:spPr>
        <p:txBody>
          <a:bodyPr/>
          <a:lstStyle/>
          <a:p>
            <a:r>
              <a:rPr lang="pt-BR" dirty="0"/>
              <a:t>Análise de Dados  </a:t>
            </a:r>
            <a:br>
              <a:rPr lang="pt-BR" dirty="0"/>
            </a:br>
            <a:r>
              <a:rPr lang="pt-BR" dirty="0"/>
              <a:t>Controle de Mochilas e Periféricos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7A586B6-B6C1-D7B0-246F-4DEB39D77264}"/>
              </a:ext>
            </a:extLst>
          </p:cNvPr>
          <p:cNvSpPr/>
          <p:nvPr/>
        </p:nvSpPr>
        <p:spPr>
          <a:xfrm>
            <a:off x="285025" y="2270942"/>
            <a:ext cx="2305050" cy="3835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Atualizar todos em tempo real através de </a:t>
            </a:r>
            <a:r>
              <a:rPr lang="pt-BR" dirty="0" err="1"/>
              <a:t>obdc</a:t>
            </a:r>
            <a:r>
              <a:rPr lang="pt-BR" dirty="0"/>
              <a:t>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7C95003-4DB3-295F-97BB-2823F61E0C5C}"/>
              </a:ext>
            </a:extLst>
          </p:cNvPr>
          <p:cNvSpPr/>
          <p:nvPr/>
        </p:nvSpPr>
        <p:spPr>
          <a:xfrm>
            <a:off x="2741749" y="2270942"/>
            <a:ext cx="2305050" cy="3835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Verificar se conseguimos extrair informações da fonte de dados deles que é o SAP	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6ED8791-DFBB-DF7E-A032-E8E73646E936}"/>
              </a:ext>
            </a:extLst>
          </p:cNvPr>
          <p:cNvSpPr/>
          <p:nvPr/>
        </p:nvSpPr>
        <p:spPr>
          <a:xfrm>
            <a:off x="5697673" y="2270941"/>
            <a:ext cx="2305050" cy="3835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ETL (utilizando o </a:t>
            </a:r>
            <a:r>
              <a:rPr lang="pt-BR" dirty="0" err="1"/>
              <a:t>Knime</a:t>
            </a:r>
            <a:r>
              <a:rPr lang="pt-BR" dirty="0"/>
              <a:t> ou </a:t>
            </a:r>
            <a:r>
              <a:rPr lang="pt-BR" dirty="0" err="1"/>
              <a:t>Pentaho</a:t>
            </a:r>
            <a:r>
              <a:rPr lang="pt-BR" dirty="0"/>
              <a:t>) do SAP para o SQL, utilizaremos script em </a:t>
            </a:r>
            <a:r>
              <a:rPr lang="pt-BR" dirty="0" err="1"/>
              <a:t>python</a:t>
            </a:r>
            <a:r>
              <a:rPr lang="pt-BR" dirty="0"/>
              <a:t> para fazer isso, depois de atualizados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9A311876-111B-1BE8-8855-86EF060B2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25" y="2270941"/>
            <a:ext cx="2320468" cy="1158059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60D9F1B0-712F-93A1-F1C3-822BB4871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167" y="2270941"/>
            <a:ext cx="2305050" cy="113608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13520CD6-3937-C68F-E86B-D1567359C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673" y="2270941"/>
            <a:ext cx="2305050" cy="1136087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B4D0482B-5045-BA4B-D2DE-676A128D0ED3}"/>
              </a:ext>
            </a:extLst>
          </p:cNvPr>
          <p:cNvSpPr/>
          <p:nvPr/>
        </p:nvSpPr>
        <p:spPr>
          <a:xfrm>
            <a:off x="8789216" y="2270941"/>
            <a:ext cx="2305050" cy="3835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Python para API, para desenvolver soluções com o tempo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266E5E89-4277-CD7B-CE05-5DDFCC2B5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9216" y="2270941"/>
            <a:ext cx="2305050" cy="113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9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023"/>
    </mc:Choice>
    <mc:Fallback>
      <p:transition spd="slow" advTm="2502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spaço Reservado para Texto 221">
            <a:extLst>
              <a:ext uri="{FF2B5EF4-FFF2-40B4-BE49-F238E27FC236}">
                <a16:creationId xmlns:a16="http://schemas.microsoft.com/office/drawing/2014/main" id="{29AF9835-38F1-9E14-9CF4-0A36C64B0830}"/>
              </a:ext>
            </a:extLst>
          </p:cNvPr>
          <p:cNvSpPr txBox="1">
            <a:spLocks/>
          </p:cNvSpPr>
          <p:nvPr/>
        </p:nvSpPr>
        <p:spPr>
          <a:xfrm>
            <a:off x="7340494" y="25091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</p:spPr>
        <p:txBody>
          <a:bodyPr rtlCol="0"/>
          <a:lstStyle>
            <a:defPPr>
              <a:defRPr lang="pt-BR"/>
            </a:defPPr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pt-BR" dirty="0"/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9B9C7E32-295C-B162-2D34-40294F1DE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394" y="0"/>
            <a:ext cx="4129606" cy="5333999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DBA9106F-E78E-0174-36B0-C43792F7F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394" y="5334000"/>
            <a:ext cx="4129606" cy="1524000"/>
          </a:xfrm>
          <a:prstGeom prst="rect">
            <a:avLst/>
          </a:prstGeom>
        </p:spPr>
      </p:pic>
      <p:sp>
        <p:nvSpPr>
          <p:cNvPr id="56" name="Seta: para Baixo 55">
            <a:extLst>
              <a:ext uri="{FF2B5EF4-FFF2-40B4-BE49-F238E27FC236}">
                <a16:creationId xmlns:a16="http://schemas.microsoft.com/office/drawing/2014/main" id="{E1BA3045-F276-DD77-208C-5BF5EDC2CAFB}"/>
              </a:ext>
            </a:extLst>
          </p:cNvPr>
          <p:cNvSpPr/>
          <p:nvPr/>
        </p:nvSpPr>
        <p:spPr>
          <a:xfrm rot="16200000">
            <a:off x="7022941" y="-335712"/>
            <a:ext cx="635106" cy="17525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Fluxograma: Processo 56">
            <a:extLst>
              <a:ext uri="{FF2B5EF4-FFF2-40B4-BE49-F238E27FC236}">
                <a16:creationId xmlns:a16="http://schemas.microsoft.com/office/drawing/2014/main" id="{8AB92244-078B-41C8-DA2B-57B296D0DA8F}"/>
              </a:ext>
            </a:extLst>
          </p:cNvPr>
          <p:cNvSpPr/>
          <p:nvPr/>
        </p:nvSpPr>
        <p:spPr>
          <a:xfrm>
            <a:off x="6009022" y="385181"/>
            <a:ext cx="1851077" cy="31076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SAP Extração</a:t>
            </a:r>
          </a:p>
        </p:txBody>
      </p:sp>
      <p:pic>
        <p:nvPicPr>
          <p:cNvPr id="72" name="Imagem 71">
            <a:extLst>
              <a:ext uri="{FF2B5EF4-FFF2-40B4-BE49-F238E27FC236}">
                <a16:creationId xmlns:a16="http://schemas.microsoft.com/office/drawing/2014/main" id="{C50CDC7F-E2DD-231A-E622-3BF12AD011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34" y="1998617"/>
            <a:ext cx="4433655" cy="4859383"/>
          </a:xfrm>
          <a:prstGeom prst="rect">
            <a:avLst/>
          </a:prstGeom>
        </p:spPr>
      </p:pic>
      <p:sp>
        <p:nvSpPr>
          <p:cNvPr id="75" name="Seta: para Baixo 74">
            <a:extLst>
              <a:ext uri="{FF2B5EF4-FFF2-40B4-BE49-F238E27FC236}">
                <a16:creationId xmlns:a16="http://schemas.microsoft.com/office/drawing/2014/main" id="{190E5283-EA0A-7EF5-970D-64F39FADE422}"/>
              </a:ext>
            </a:extLst>
          </p:cNvPr>
          <p:cNvSpPr/>
          <p:nvPr/>
        </p:nvSpPr>
        <p:spPr>
          <a:xfrm>
            <a:off x="1645920" y="1358537"/>
            <a:ext cx="1280160" cy="6270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D76CCAEC-2819-7C6C-ABE1-0F1C898AB22B}"/>
              </a:ext>
            </a:extLst>
          </p:cNvPr>
          <p:cNvSpPr/>
          <p:nvPr/>
        </p:nvSpPr>
        <p:spPr>
          <a:xfrm>
            <a:off x="121434" y="600891"/>
            <a:ext cx="4433655" cy="7576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Convertendo script de SAP para o </a:t>
            </a:r>
            <a:r>
              <a:rPr lang="pt-BR" dirty="0" err="1"/>
              <a:t>python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4870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13467">
        <p14:reveal/>
      </p:transition>
    </mc:Choice>
    <mc:Fallback>
      <p:transition spd="slow" advTm="13467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8A029CF2-7BC6-95ED-5891-2FBE45156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dirty="0"/>
              <a:t>SQL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058E9084-2386-6D4F-89D6-BED969EE1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5750" y="0"/>
            <a:ext cx="2934109" cy="287695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5D4E4230-454A-7F50-CF23-F6945FDBE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749" y="3710849"/>
            <a:ext cx="2934109" cy="2879363"/>
          </a:xfrm>
          <a:prstGeom prst="rect">
            <a:avLst/>
          </a:prstGeom>
        </p:spPr>
      </p:pic>
      <p:graphicFrame>
        <p:nvGraphicFramePr>
          <p:cNvPr id="24" name="Espaço Reservado para Conteúdo 20">
            <a:extLst>
              <a:ext uri="{FF2B5EF4-FFF2-40B4-BE49-F238E27FC236}">
                <a16:creationId xmlns:a16="http://schemas.microsoft.com/office/drawing/2014/main" id="{1D469B93-0DF9-F699-81E1-C80E40C412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2879380"/>
              </p:ext>
            </p:extLst>
          </p:nvPr>
        </p:nvGraphicFramePr>
        <p:xfrm>
          <a:off x="1077687" y="2690948"/>
          <a:ext cx="5018313" cy="3436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94041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585"/>
    </mc:Choice>
    <mc:Fallback>
      <p:transition spd="slow" advTm="1558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CD8B4C8-A380-2CE4-B733-81C0B37C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295" y="0"/>
            <a:ext cx="5145705" cy="2706959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B6AA5F37-FD27-9118-86C6-E3AA993C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7" y="261257"/>
            <a:ext cx="5963693" cy="1245826"/>
          </a:xfrm>
        </p:spPr>
        <p:txBody>
          <a:bodyPr/>
          <a:lstStyle/>
          <a:p>
            <a:r>
              <a:rPr lang="pt-BR" dirty="0"/>
              <a:t>Exemplo de ETL</a:t>
            </a:r>
          </a:p>
        </p:txBody>
      </p:sp>
      <p:graphicFrame>
        <p:nvGraphicFramePr>
          <p:cNvPr id="21" name="Espaço Reservado para Conteúdo 20">
            <a:extLst>
              <a:ext uri="{FF2B5EF4-FFF2-40B4-BE49-F238E27FC236}">
                <a16:creationId xmlns:a16="http://schemas.microsoft.com/office/drawing/2014/main" id="{92CA5DA2-8182-F628-8A76-B336DABB250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31741654"/>
              </p:ext>
            </p:extLst>
          </p:nvPr>
        </p:nvGraphicFramePr>
        <p:xfrm>
          <a:off x="84910" y="2305594"/>
          <a:ext cx="6897188" cy="3950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4322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330"/>
    </mc:Choice>
    <mc:Fallback>
      <p:transition spd="slow" advTm="2433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900E2192-14A4-9FED-DE9B-16AF06AE2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010" y="4206985"/>
            <a:ext cx="3635805" cy="195868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CFCA6E7-13B8-0DD1-FC3F-7B1E8E5EB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62" y="54925"/>
            <a:ext cx="2032171" cy="31121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966B8903-2D0B-8DE4-1FCF-DBB2D7354669}"/>
                  </a:ext>
                </a:extLst>
              </p14:cNvPr>
              <p14:cNvContentPartPr/>
              <p14:nvPr/>
            </p14:nvContentPartPr>
            <p14:xfrm>
              <a:off x="1752570" y="1479220"/>
              <a:ext cx="360" cy="36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966B8903-2D0B-8DE4-1FCF-DBB2D73546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3570" y="147058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0492D987-4175-F142-2B47-3BB84D0F501D}"/>
              </a:ext>
            </a:extLst>
          </p:cNvPr>
          <p:cNvSpPr/>
          <p:nvPr/>
        </p:nvSpPr>
        <p:spPr>
          <a:xfrm>
            <a:off x="2560321" y="751114"/>
            <a:ext cx="1208314" cy="4898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4BE63D42-CF54-4BF3-915E-1AC7B53DD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7072" y="19594"/>
            <a:ext cx="2064786" cy="2534194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1C83A56C-4387-E407-A40D-65701C1DF7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2181" y="185091"/>
            <a:ext cx="3280170" cy="2435961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51A08FEA-AA83-747F-9982-0342FD96E9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862" y="3835475"/>
            <a:ext cx="5487490" cy="2837434"/>
          </a:xfrm>
          <a:prstGeom prst="rect">
            <a:avLst/>
          </a:prstGeom>
        </p:spPr>
      </p:pic>
      <p:sp>
        <p:nvSpPr>
          <p:cNvPr id="30" name="Seta: para a Direita 29">
            <a:extLst>
              <a:ext uri="{FF2B5EF4-FFF2-40B4-BE49-F238E27FC236}">
                <a16:creationId xmlns:a16="http://schemas.microsoft.com/office/drawing/2014/main" id="{8D68701F-5781-C411-A915-42726197BCB8}"/>
              </a:ext>
            </a:extLst>
          </p:cNvPr>
          <p:cNvSpPr/>
          <p:nvPr/>
        </p:nvSpPr>
        <p:spPr>
          <a:xfrm>
            <a:off x="7493726" y="864325"/>
            <a:ext cx="1208314" cy="4898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CAE3A070-F42E-64E1-0135-7C9D48EAA85B}"/>
              </a:ext>
            </a:extLst>
          </p:cNvPr>
          <p:cNvSpPr/>
          <p:nvPr/>
        </p:nvSpPr>
        <p:spPr>
          <a:xfrm>
            <a:off x="6150429" y="4941397"/>
            <a:ext cx="1208314" cy="4898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531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7675"/>
    </mc:Choice>
    <mc:Fallback>
      <p:transition spd="slow" advTm="10767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137BF44-9A01-6FBF-0B27-A9ABF66C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2861734"/>
            <a:ext cx="8825657" cy="1915647"/>
          </a:xfrm>
        </p:spPr>
        <p:txBody>
          <a:bodyPr/>
          <a:lstStyle/>
          <a:p>
            <a:r>
              <a:rPr lang="pt-BR" dirty="0"/>
              <a:t>POCOTECH – SANOFI 2024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4FC2C15-564E-5E37-DAE8-D0CDA5D17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Por fim esperaremos ter planilhas atualizadas em tempo real e assim melhorar a produtividade.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2604D71-E964-B18A-1038-841AC73C689C}"/>
              </a:ext>
            </a:extLst>
          </p:cNvPr>
          <p:cNvSpPr txBox="1"/>
          <p:nvPr/>
        </p:nvSpPr>
        <p:spPr>
          <a:xfrm>
            <a:off x="1154955" y="1691640"/>
            <a:ext cx="8825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IA – TREINAMENTO DE ALGORITMO DE ANALISE PREDITIVA PARA EVITAR ERROS</a:t>
            </a:r>
          </a:p>
        </p:txBody>
      </p:sp>
    </p:spTree>
    <p:extLst>
      <p:ext uri="{BB962C8B-B14F-4D97-AF65-F5344CB8AC3E}">
        <p14:creationId xmlns:p14="http://schemas.microsoft.com/office/powerpoint/2010/main" val="114280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690"/>
    </mc:Choice>
    <mc:Fallback>
      <p:transition spd="slow" advTm="54690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176</TotalTime>
  <Words>290</Words>
  <Application>Microsoft Office PowerPoint</Application>
  <PresentationFormat>Widescreen</PresentationFormat>
  <Paragraphs>46</Paragraphs>
  <Slides>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Arial</vt:lpstr>
      <vt:lpstr>Century Gothic</vt:lpstr>
      <vt:lpstr>Wingdings 3</vt:lpstr>
      <vt:lpstr>Íon</vt:lpstr>
      <vt:lpstr>Apresentação do PowerPoint</vt:lpstr>
      <vt:lpstr>Análise de Dados   Controle de Mochilas e Periféricos</vt:lpstr>
      <vt:lpstr>Análise de Dados   Controle de Mochilas e Periféricos</vt:lpstr>
      <vt:lpstr>Apresentação do PowerPoint</vt:lpstr>
      <vt:lpstr>BANCO DE DADOS SQL</vt:lpstr>
      <vt:lpstr>Exemplo de ETL</vt:lpstr>
      <vt:lpstr>Apresentação do PowerPoint</vt:lpstr>
      <vt:lpstr>POCOTECH – SANOFI 2024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Macario</dc:creator>
  <cp:lastModifiedBy>Guilherme Macario</cp:lastModifiedBy>
  <cp:revision>3</cp:revision>
  <dcterms:created xsi:type="dcterms:W3CDTF">2024-05-18T22:22:41Z</dcterms:created>
  <dcterms:modified xsi:type="dcterms:W3CDTF">2024-05-19T18:00:29Z</dcterms:modified>
</cp:coreProperties>
</file>